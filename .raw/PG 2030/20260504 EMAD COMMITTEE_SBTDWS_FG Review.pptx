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sldIdLst>
    <p:sldId id="11153" r:id="rId5"/>
    <p:sldId id="11156" r:id="rId6"/>
    <p:sldId id="11243" r:id="rId7"/>
    <p:sldId id="1124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457"/>
    <a:srgbClr val="FAB62B"/>
    <a:srgbClr val="60C9E0"/>
    <a:srgbClr val="E5E9EC"/>
    <a:srgbClr val="EAEE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C7C4C1-C78D-4FA2-813B-40F6B7B4D646}" v="62" dt="2026-05-03T10:16:11.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1" autoAdjust="0"/>
    <p:restoredTop sz="94485"/>
  </p:normalViewPr>
  <p:slideViewPr>
    <p:cSldViewPr snapToGrid="0">
      <p:cViewPr varScale="1">
        <p:scale>
          <a:sx n="78" d="100"/>
          <a:sy n="78" d="100"/>
        </p:scale>
        <p:origin x="1118" y="62"/>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rsons" userId="ae58b65ede225ea4" providerId="LiveId" clId="{E2841106-9CF7-4E53-865C-EBD90DB33E28}"/>
    <pc:docChg chg="undo redo custSel modSld">
      <pc:chgData name="Andrew Parsons" userId="ae58b65ede225ea4" providerId="LiveId" clId="{E2841106-9CF7-4E53-865C-EBD90DB33E28}" dt="2026-05-03T10:18:46.947" v="1532" actId="20577"/>
      <pc:docMkLst>
        <pc:docMk/>
      </pc:docMkLst>
      <pc:sldChg chg="modSp mod">
        <pc:chgData name="Andrew Parsons" userId="ae58b65ede225ea4" providerId="LiveId" clId="{E2841106-9CF7-4E53-865C-EBD90DB33E28}" dt="2026-05-03T10:18:07.050" v="1530" actId="207"/>
        <pc:sldMkLst>
          <pc:docMk/>
          <pc:sldMk cId="3629177350" sldId="11153"/>
        </pc:sldMkLst>
        <pc:spChg chg="mod">
          <ac:chgData name="Andrew Parsons" userId="ae58b65ede225ea4" providerId="LiveId" clId="{E2841106-9CF7-4E53-865C-EBD90DB33E28}" dt="2026-05-03T10:17:57.698" v="1529" actId="207"/>
          <ac:spMkLst>
            <pc:docMk/>
            <pc:sldMk cId="3629177350" sldId="11153"/>
            <ac:spMk id="7" creationId="{0E59E975-4713-FDFE-F66A-71C2EA7CFC55}"/>
          </ac:spMkLst>
        </pc:spChg>
        <pc:spChg chg="mod">
          <ac:chgData name="Andrew Parsons" userId="ae58b65ede225ea4" providerId="LiveId" clId="{E2841106-9CF7-4E53-865C-EBD90DB33E28}" dt="2026-05-03T10:17:57.698" v="1529" actId="207"/>
          <ac:spMkLst>
            <pc:docMk/>
            <pc:sldMk cId="3629177350" sldId="11153"/>
            <ac:spMk id="10" creationId="{B19EE3A2-D13A-78E9-9FCD-3CCEBE855248}"/>
          </ac:spMkLst>
        </pc:spChg>
        <pc:graphicFrameChg chg="modGraphic">
          <ac:chgData name="Andrew Parsons" userId="ae58b65ede225ea4" providerId="LiveId" clId="{E2841106-9CF7-4E53-865C-EBD90DB33E28}" dt="2026-05-03T10:18:07.050" v="1530" actId="207"/>
          <ac:graphicFrameMkLst>
            <pc:docMk/>
            <pc:sldMk cId="3629177350" sldId="11153"/>
            <ac:graphicFrameMk id="8" creationId="{E613CB3E-F553-5384-888B-291FF72DF947}"/>
          </ac:graphicFrameMkLst>
        </pc:graphicFrameChg>
      </pc:sldChg>
      <pc:sldChg chg="addSp modSp mod">
        <pc:chgData name="Andrew Parsons" userId="ae58b65ede225ea4" providerId="LiveId" clId="{E2841106-9CF7-4E53-865C-EBD90DB33E28}" dt="2026-05-03T10:18:46.947" v="1532" actId="20577"/>
        <pc:sldMkLst>
          <pc:docMk/>
          <pc:sldMk cId="287678156" sldId="11156"/>
        </pc:sldMkLst>
        <pc:spChg chg="mod">
          <ac:chgData name="Andrew Parsons" userId="ae58b65ede225ea4" providerId="LiveId" clId="{E2841106-9CF7-4E53-865C-EBD90DB33E28}" dt="2026-05-03T10:17:40.782" v="1527" actId="207"/>
          <ac:spMkLst>
            <pc:docMk/>
            <pc:sldMk cId="287678156" sldId="11156"/>
            <ac:spMk id="2" creationId="{571C62D0-19DC-78AD-76CE-2CBCF4640DB3}"/>
          </ac:spMkLst>
        </pc:spChg>
        <pc:spChg chg="mod">
          <ac:chgData name="Andrew Parsons" userId="ae58b65ede225ea4" providerId="LiveId" clId="{E2841106-9CF7-4E53-865C-EBD90DB33E28}" dt="2026-05-03T10:17:40.782" v="1527" actId="207"/>
          <ac:spMkLst>
            <pc:docMk/>
            <pc:sldMk cId="287678156" sldId="11156"/>
            <ac:spMk id="6" creationId="{8A68918F-405E-8FF7-D31D-C0C9FB000E93}"/>
          </ac:spMkLst>
        </pc:spChg>
        <pc:spChg chg="mod">
          <ac:chgData name="Andrew Parsons" userId="ae58b65ede225ea4" providerId="LiveId" clId="{E2841106-9CF7-4E53-865C-EBD90DB33E28}" dt="2026-05-03T10:16:58.660" v="1524" actId="1076"/>
          <ac:spMkLst>
            <pc:docMk/>
            <pc:sldMk cId="287678156" sldId="11156"/>
            <ac:spMk id="7" creationId="{E264A817-0113-5FB1-47B2-E36784251C4F}"/>
          </ac:spMkLst>
        </pc:spChg>
        <pc:spChg chg="mod">
          <ac:chgData name="Andrew Parsons" userId="ae58b65ede225ea4" providerId="LiveId" clId="{E2841106-9CF7-4E53-865C-EBD90DB33E28}" dt="2026-05-03T10:17:19.467" v="1525" actId="1076"/>
          <ac:spMkLst>
            <pc:docMk/>
            <pc:sldMk cId="287678156" sldId="11156"/>
            <ac:spMk id="8" creationId="{FF998D6D-2BA7-97A6-8C8F-921068CFB4D1}"/>
          </ac:spMkLst>
        </pc:spChg>
        <pc:spChg chg="mod">
          <ac:chgData name="Andrew Parsons" userId="ae58b65ede225ea4" providerId="LiveId" clId="{E2841106-9CF7-4E53-865C-EBD90DB33E28}" dt="2026-05-03T10:17:27.664" v="1526" actId="1076"/>
          <ac:spMkLst>
            <pc:docMk/>
            <pc:sldMk cId="287678156" sldId="11156"/>
            <ac:spMk id="9" creationId="{546AD8FA-800D-A42A-8476-45B7972269F1}"/>
          </ac:spMkLst>
        </pc:spChg>
        <pc:spChg chg="add mod">
          <ac:chgData name="Andrew Parsons" userId="ae58b65ede225ea4" providerId="LiveId" clId="{E2841106-9CF7-4E53-865C-EBD90DB33E28}" dt="2026-05-03T10:17:40.782" v="1527" actId="207"/>
          <ac:spMkLst>
            <pc:docMk/>
            <pc:sldMk cId="287678156" sldId="11156"/>
            <ac:spMk id="11" creationId="{21F2B454-036F-4332-209E-7B8189BBDDC5}"/>
          </ac:spMkLst>
        </pc:spChg>
        <pc:spChg chg="add mod">
          <ac:chgData name="Andrew Parsons" userId="ae58b65ede225ea4" providerId="LiveId" clId="{E2841106-9CF7-4E53-865C-EBD90DB33E28}" dt="2026-05-03T09:50:12.873" v="466"/>
          <ac:spMkLst>
            <pc:docMk/>
            <pc:sldMk cId="287678156" sldId="11156"/>
            <ac:spMk id="17" creationId="{D23009CC-E7BB-3354-387D-8E8A78C72CB4}"/>
          </ac:spMkLst>
        </pc:spChg>
        <pc:spChg chg="mod">
          <ac:chgData name="Andrew Parsons" userId="ae58b65ede225ea4" providerId="LiveId" clId="{E2841106-9CF7-4E53-865C-EBD90DB33E28}" dt="2026-05-03T10:18:46.947" v="1532" actId="20577"/>
          <ac:spMkLst>
            <pc:docMk/>
            <pc:sldMk cId="287678156" sldId="11156"/>
            <ac:spMk id="18" creationId="{701EE8E2-B157-CF02-4C56-F00BEB63E38E}"/>
          </ac:spMkLst>
        </pc:spChg>
        <pc:spChg chg="mod">
          <ac:chgData name="Andrew Parsons" userId="ae58b65ede225ea4" providerId="LiveId" clId="{E2841106-9CF7-4E53-865C-EBD90DB33E28}" dt="2026-05-03T09:52:17.155" v="489" actId="208"/>
          <ac:spMkLst>
            <pc:docMk/>
            <pc:sldMk cId="287678156" sldId="11156"/>
            <ac:spMk id="23" creationId="{119E5A60-F65D-0300-506A-87BE0F2A2689}"/>
          </ac:spMkLst>
        </pc:spChg>
        <pc:spChg chg="mod">
          <ac:chgData name="Andrew Parsons" userId="ae58b65ede225ea4" providerId="LiveId" clId="{E2841106-9CF7-4E53-865C-EBD90DB33E28}" dt="2026-05-03T09:52:17.155" v="489" actId="208"/>
          <ac:spMkLst>
            <pc:docMk/>
            <pc:sldMk cId="287678156" sldId="11156"/>
            <ac:spMk id="24" creationId="{CE7F2F9F-F827-40A4-68DB-4BD7984F6903}"/>
          </ac:spMkLst>
        </pc:spChg>
        <pc:spChg chg="mod">
          <ac:chgData name="Andrew Parsons" userId="ae58b65ede225ea4" providerId="LiveId" clId="{E2841106-9CF7-4E53-865C-EBD90DB33E28}" dt="2026-05-03T09:52:36.580" v="492"/>
          <ac:spMkLst>
            <pc:docMk/>
            <pc:sldMk cId="287678156" sldId="11156"/>
            <ac:spMk id="26" creationId="{AB234FED-84A2-F6A6-84A7-22B520FA1534}"/>
          </ac:spMkLst>
        </pc:spChg>
        <pc:spChg chg="mod">
          <ac:chgData name="Andrew Parsons" userId="ae58b65ede225ea4" providerId="LiveId" clId="{E2841106-9CF7-4E53-865C-EBD90DB33E28}" dt="2026-05-03T09:53:12.818" v="540" actId="20577"/>
          <ac:spMkLst>
            <pc:docMk/>
            <pc:sldMk cId="287678156" sldId="11156"/>
            <ac:spMk id="27" creationId="{E0977490-B53C-E64E-B149-CC1B0A9F3B9C}"/>
          </ac:spMkLst>
        </pc:spChg>
        <pc:spChg chg="mod">
          <ac:chgData name="Andrew Parsons" userId="ae58b65ede225ea4" providerId="LiveId" clId="{E2841106-9CF7-4E53-865C-EBD90DB33E28}" dt="2026-05-03T09:53:28.485" v="541"/>
          <ac:spMkLst>
            <pc:docMk/>
            <pc:sldMk cId="287678156" sldId="11156"/>
            <ac:spMk id="29" creationId="{8A8A0BAA-B165-6865-DA7E-46D4182B40A8}"/>
          </ac:spMkLst>
        </pc:spChg>
        <pc:spChg chg="mod">
          <ac:chgData name="Andrew Parsons" userId="ae58b65ede225ea4" providerId="LiveId" clId="{E2841106-9CF7-4E53-865C-EBD90DB33E28}" dt="2026-05-03T09:55:39.794" v="667" actId="20577"/>
          <ac:spMkLst>
            <pc:docMk/>
            <pc:sldMk cId="287678156" sldId="11156"/>
            <ac:spMk id="30" creationId="{44453418-214A-FD7A-7D87-66E9CD4CBE59}"/>
          </ac:spMkLst>
        </pc:spChg>
        <pc:spChg chg="mod">
          <ac:chgData name="Andrew Parsons" userId="ae58b65ede225ea4" providerId="LiveId" clId="{E2841106-9CF7-4E53-865C-EBD90DB33E28}" dt="2026-05-03T09:53:33.986" v="542" actId="571"/>
          <ac:spMkLst>
            <pc:docMk/>
            <pc:sldMk cId="287678156" sldId="11156"/>
            <ac:spMk id="32" creationId="{9BB82094-D2FF-3D8B-65C0-7BB484A7F824}"/>
          </ac:spMkLst>
        </pc:spChg>
        <pc:spChg chg="mod">
          <ac:chgData name="Andrew Parsons" userId="ae58b65ede225ea4" providerId="LiveId" clId="{E2841106-9CF7-4E53-865C-EBD90DB33E28}" dt="2026-05-03T09:54:03.354" v="593" actId="20577"/>
          <ac:spMkLst>
            <pc:docMk/>
            <pc:sldMk cId="287678156" sldId="11156"/>
            <ac:spMk id="33" creationId="{7D8DB164-B659-D572-88EC-C7818F718212}"/>
          </ac:spMkLst>
        </pc:spChg>
        <pc:spChg chg="mod">
          <ac:chgData name="Andrew Parsons" userId="ae58b65ede225ea4" providerId="LiveId" clId="{E2841106-9CF7-4E53-865C-EBD90DB33E28}" dt="2026-05-03T09:58:22.533" v="711"/>
          <ac:spMkLst>
            <pc:docMk/>
            <pc:sldMk cId="287678156" sldId="11156"/>
            <ac:spMk id="35" creationId="{618BDFC4-3959-B524-CD4C-D6988590955F}"/>
          </ac:spMkLst>
        </pc:spChg>
        <pc:spChg chg="mod">
          <ac:chgData name="Andrew Parsons" userId="ae58b65ede225ea4" providerId="LiveId" clId="{E2841106-9CF7-4E53-865C-EBD90DB33E28}" dt="2026-05-03T10:18:38.931" v="1531" actId="20577"/>
          <ac:spMkLst>
            <pc:docMk/>
            <pc:sldMk cId="287678156" sldId="11156"/>
            <ac:spMk id="36" creationId="{BDDB47D2-22D0-CC94-E249-521DBE6021C8}"/>
          </ac:spMkLst>
        </pc:spChg>
        <pc:spChg chg="mod">
          <ac:chgData name="Andrew Parsons" userId="ae58b65ede225ea4" providerId="LiveId" clId="{E2841106-9CF7-4E53-865C-EBD90DB33E28}" dt="2026-05-03T10:01:14.142" v="817"/>
          <ac:spMkLst>
            <pc:docMk/>
            <pc:sldMk cId="287678156" sldId="11156"/>
            <ac:spMk id="38" creationId="{2971737E-F8D6-D8D4-F82F-34D0C2D21847}"/>
          </ac:spMkLst>
        </pc:spChg>
        <pc:spChg chg="mod">
          <ac:chgData name="Andrew Parsons" userId="ae58b65ede225ea4" providerId="LiveId" clId="{E2841106-9CF7-4E53-865C-EBD90DB33E28}" dt="2026-05-03T10:01:44.580" v="845" actId="20577"/>
          <ac:spMkLst>
            <pc:docMk/>
            <pc:sldMk cId="287678156" sldId="11156"/>
            <ac:spMk id="39" creationId="{7AAEE065-537B-B6D2-40BD-8DDFF420ECCB}"/>
          </ac:spMkLst>
        </pc:spChg>
        <pc:spChg chg="mod">
          <ac:chgData name="Andrew Parsons" userId="ae58b65ede225ea4" providerId="LiveId" clId="{E2841106-9CF7-4E53-865C-EBD90DB33E28}" dt="2026-05-03T10:01:50.571" v="846"/>
          <ac:spMkLst>
            <pc:docMk/>
            <pc:sldMk cId="287678156" sldId="11156"/>
            <ac:spMk id="41" creationId="{C2754211-6598-6A50-D8A5-AEC98400AF8A}"/>
          </ac:spMkLst>
        </pc:spChg>
        <pc:spChg chg="mod">
          <ac:chgData name="Andrew Parsons" userId="ae58b65ede225ea4" providerId="LiveId" clId="{E2841106-9CF7-4E53-865C-EBD90DB33E28}" dt="2026-05-03T10:02:09.719" v="872" actId="20577"/>
          <ac:spMkLst>
            <pc:docMk/>
            <pc:sldMk cId="287678156" sldId="11156"/>
            <ac:spMk id="42" creationId="{D15D67CB-9BB3-B041-BA1C-4EABFCE78397}"/>
          </ac:spMkLst>
        </pc:spChg>
        <pc:spChg chg="mod">
          <ac:chgData name="Andrew Parsons" userId="ae58b65ede225ea4" providerId="LiveId" clId="{E2841106-9CF7-4E53-865C-EBD90DB33E28}" dt="2026-05-03T10:02:20.316" v="873"/>
          <ac:spMkLst>
            <pc:docMk/>
            <pc:sldMk cId="287678156" sldId="11156"/>
            <ac:spMk id="44" creationId="{CB436CEB-7BD1-5472-6F67-24976CFBBAC9}"/>
          </ac:spMkLst>
        </pc:spChg>
        <pc:spChg chg="mod">
          <ac:chgData name="Andrew Parsons" userId="ae58b65ede225ea4" providerId="LiveId" clId="{E2841106-9CF7-4E53-865C-EBD90DB33E28}" dt="2026-05-03T10:02:47.517" v="906" actId="20577"/>
          <ac:spMkLst>
            <pc:docMk/>
            <pc:sldMk cId="287678156" sldId="11156"/>
            <ac:spMk id="45" creationId="{EF9EF51A-A83D-B6DC-3CEF-DEA9EDF038CD}"/>
          </ac:spMkLst>
        </pc:spChg>
        <pc:spChg chg="mod">
          <ac:chgData name="Andrew Parsons" userId="ae58b65ede225ea4" providerId="LiveId" clId="{E2841106-9CF7-4E53-865C-EBD90DB33E28}" dt="2026-05-03T10:03:03.544" v="909"/>
          <ac:spMkLst>
            <pc:docMk/>
            <pc:sldMk cId="287678156" sldId="11156"/>
            <ac:spMk id="47" creationId="{98259871-BA7A-89E7-177F-2E9A3B734E34}"/>
          </ac:spMkLst>
        </pc:spChg>
        <pc:spChg chg="mod">
          <ac:chgData name="Andrew Parsons" userId="ae58b65ede225ea4" providerId="LiveId" clId="{E2841106-9CF7-4E53-865C-EBD90DB33E28}" dt="2026-05-03T10:03:37.331" v="940" actId="20577"/>
          <ac:spMkLst>
            <pc:docMk/>
            <pc:sldMk cId="287678156" sldId="11156"/>
            <ac:spMk id="48" creationId="{346C5261-C0B2-9C1B-AA65-5D7F31E8B66D}"/>
          </ac:spMkLst>
        </pc:spChg>
        <pc:spChg chg="mod">
          <ac:chgData name="Andrew Parsons" userId="ae58b65ede225ea4" providerId="LiveId" clId="{E2841106-9CF7-4E53-865C-EBD90DB33E28}" dt="2026-05-03T10:03:56.810" v="943"/>
          <ac:spMkLst>
            <pc:docMk/>
            <pc:sldMk cId="287678156" sldId="11156"/>
            <ac:spMk id="50" creationId="{9260BF74-4CB3-6327-D857-4A3E1ED16B99}"/>
          </ac:spMkLst>
        </pc:spChg>
        <pc:spChg chg="mod">
          <ac:chgData name="Andrew Parsons" userId="ae58b65ede225ea4" providerId="LiveId" clId="{E2841106-9CF7-4E53-865C-EBD90DB33E28}" dt="2026-05-03T10:04:18.869" v="963" actId="20577"/>
          <ac:spMkLst>
            <pc:docMk/>
            <pc:sldMk cId="287678156" sldId="11156"/>
            <ac:spMk id="51" creationId="{00690A25-CAB0-A1A8-9042-6DF8BE9F8C62}"/>
          </ac:spMkLst>
        </pc:spChg>
        <pc:spChg chg="mod">
          <ac:chgData name="Andrew Parsons" userId="ae58b65ede225ea4" providerId="LiveId" clId="{E2841106-9CF7-4E53-865C-EBD90DB33E28}" dt="2026-05-03T10:04:51.186" v="966"/>
          <ac:spMkLst>
            <pc:docMk/>
            <pc:sldMk cId="287678156" sldId="11156"/>
            <ac:spMk id="53" creationId="{A4665BEB-AD11-29B5-7B17-5CC7C4B5C800}"/>
          </ac:spMkLst>
        </pc:spChg>
        <pc:spChg chg="mod">
          <ac:chgData name="Andrew Parsons" userId="ae58b65ede225ea4" providerId="LiveId" clId="{E2841106-9CF7-4E53-865C-EBD90DB33E28}" dt="2026-05-03T10:05:22.911" v="990" actId="207"/>
          <ac:spMkLst>
            <pc:docMk/>
            <pc:sldMk cId="287678156" sldId="11156"/>
            <ac:spMk id="54" creationId="{C91AB420-184C-9FFF-5B6B-3DD90BE4ACF2}"/>
          </ac:spMkLst>
        </pc:spChg>
        <pc:spChg chg="mod">
          <ac:chgData name="Andrew Parsons" userId="ae58b65ede225ea4" providerId="LiveId" clId="{E2841106-9CF7-4E53-865C-EBD90DB33E28}" dt="2026-05-03T10:05:34.336" v="991"/>
          <ac:spMkLst>
            <pc:docMk/>
            <pc:sldMk cId="287678156" sldId="11156"/>
            <ac:spMk id="56" creationId="{0CE05A55-39F7-BA74-C2B5-623389B2712F}"/>
          </ac:spMkLst>
        </pc:spChg>
        <pc:spChg chg="mod">
          <ac:chgData name="Andrew Parsons" userId="ae58b65ede225ea4" providerId="LiveId" clId="{E2841106-9CF7-4E53-865C-EBD90DB33E28}" dt="2026-05-03T10:08:55.910" v="1185" actId="20577"/>
          <ac:spMkLst>
            <pc:docMk/>
            <pc:sldMk cId="287678156" sldId="11156"/>
            <ac:spMk id="57" creationId="{A518EA4A-10EC-D7A2-FBA2-81612559DBB8}"/>
          </ac:spMkLst>
        </pc:spChg>
        <pc:spChg chg="mod">
          <ac:chgData name="Andrew Parsons" userId="ae58b65ede225ea4" providerId="LiveId" clId="{E2841106-9CF7-4E53-865C-EBD90DB33E28}" dt="2026-05-03T10:06:33.350" v="1040"/>
          <ac:spMkLst>
            <pc:docMk/>
            <pc:sldMk cId="287678156" sldId="11156"/>
            <ac:spMk id="59" creationId="{BC9B9978-53EE-DFF0-130A-B222EFBCFCD2}"/>
          </ac:spMkLst>
        </pc:spChg>
        <pc:spChg chg="mod">
          <ac:chgData name="Andrew Parsons" userId="ae58b65ede225ea4" providerId="LiveId" clId="{E2841106-9CF7-4E53-865C-EBD90DB33E28}" dt="2026-05-03T10:07:23.935" v="1091" actId="20577"/>
          <ac:spMkLst>
            <pc:docMk/>
            <pc:sldMk cId="287678156" sldId="11156"/>
            <ac:spMk id="60" creationId="{45F3A570-D601-2689-0803-E7D72EEDCF91}"/>
          </ac:spMkLst>
        </pc:spChg>
        <pc:spChg chg="mod">
          <ac:chgData name="Andrew Parsons" userId="ae58b65ede225ea4" providerId="LiveId" clId="{E2841106-9CF7-4E53-865C-EBD90DB33E28}" dt="2026-05-03T10:07:30.420" v="1092"/>
          <ac:spMkLst>
            <pc:docMk/>
            <pc:sldMk cId="287678156" sldId="11156"/>
            <ac:spMk id="62" creationId="{110B6C0B-109B-4B3B-237F-F9D1116933D0}"/>
          </ac:spMkLst>
        </pc:spChg>
        <pc:spChg chg="mod">
          <ac:chgData name="Andrew Parsons" userId="ae58b65ede225ea4" providerId="LiveId" clId="{E2841106-9CF7-4E53-865C-EBD90DB33E28}" dt="2026-05-03T10:08:29.811" v="1175" actId="20577"/>
          <ac:spMkLst>
            <pc:docMk/>
            <pc:sldMk cId="287678156" sldId="11156"/>
            <ac:spMk id="63" creationId="{3E319409-59FD-C8FE-F0E9-394F1568869D}"/>
          </ac:spMkLst>
        </pc:spChg>
        <pc:spChg chg="mod">
          <ac:chgData name="Andrew Parsons" userId="ae58b65ede225ea4" providerId="LiveId" clId="{E2841106-9CF7-4E53-865C-EBD90DB33E28}" dt="2026-05-03T10:09:01.285" v="1186"/>
          <ac:spMkLst>
            <pc:docMk/>
            <pc:sldMk cId="287678156" sldId="11156"/>
            <ac:spMk id="65" creationId="{C4F896D1-3F35-5749-B425-F2BEBADFAB84}"/>
          </ac:spMkLst>
        </pc:spChg>
        <pc:spChg chg="mod">
          <ac:chgData name="Andrew Parsons" userId="ae58b65ede225ea4" providerId="LiveId" clId="{E2841106-9CF7-4E53-865C-EBD90DB33E28}" dt="2026-05-03T10:09:28.157" v="1205" actId="20577"/>
          <ac:spMkLst>
            <pc:docMk/>
            <pc:sldMk cId="287678156" sldId="11156"/>
            <ac:spMk id="66" creationId="{09EC9324-D908-D625-FEF6-D3B4726FB122}"/>
          </ac:spMkLst>
        </pc:spChg>
        <pc:spChg chg="mod">
          <ac:chgData name="Andrew Parsons" userId="ae58b65ede225ea4" providerId="LiveId" clId="{E2841106-9CF7-4E53-865C-EBD90DB33E28}" dt="2026-05-03T10:09:51.280" v="1207"/>
          <ac:spMkLst>
            <pc:docMk/>
            <pc:sldMk cId="287678156" sldId="11156"/>
            <ac:spMk id="68" creationId="{6481039F-1694-8B9A-3F99-F08E4056BD18}"/>
          </ac:spMkLst>
        </pc:spChg>
        <pc:spChg chg="mod">
          <ac:chgData name="Andrew Parsons" userId="ae58b65ede225ea4" providerId="LiveId" clId="{E2841106-9CF7-4E53-865C-EBD90DB33E28}" dt="2026-05-03T10:10:04.746" v="1230" actId="20577"/>
          <ac:spMkLst>
            <pc:docMk/>
            <pc:sldMk cId="287678156" sldId="11156"/>
            <ac:spMk id="69" creationId="{DF2C8F81-1872-1A2A-BD4C-B966A888D5A0}"/>
          </ac:spMkLst>
        </pc:spChg>
        <pc:spChg chg="mod">
          <ac:chgData name="Andrew Parsons" userId="ae58b65ede225ea4" providerId="LiveId" clId="{E2841106-9CF7-4E53-865C-EBD90DB33E28}" dt="2026-05-03T10:10:39.954" v="1234"/>
          <ac:spMkLst>
            <pc:docMk/>
            <pc:sldMk cId="287678156" sldId="11156"/>
            <ac:spMk id="71" creationId="{180B38FF-5CBE-A828-4043-F9C429C0BAFF}"/>
          </ac:spMkLst>
        </pc:spChg>
        <pc:spChg chg="mod">
          <ac:chgData name="Andrew Parsons" userId="ae58b65ede225ea4" providerId="LiveId" clId="{E2841106-9CF7-4E53-865C-EBD90DB33E28}" dt="2026-05-03T10:11:06.330" v="1267" actId="20577"/>
          <ac:spMkLst>
            <pc:docMk/>
            <pc:sldMk cId="287678156" sldId="11156"/>
            <ac:spMk id="72" creationId="{AE00C804-9FB3-28BA-23B3-038A9F9E81E0}"/>
          </ac:spMkLst>
        </pc:spChg>
        <pc:spChg chg="mod">
          <ac:chgData name="Andrew Parsons" userId="ae58b65ede225ea4" providerId="LiveId" clId="{E2841106-9CF7-4E53-865C-EBD90DB33E28}" dt="2026-05-03T10:11:45.811" v="1270"/>
          <ac:spMkLst>
            <pc:docMk/>
            <pc:sldMk cId="287678156" sldId="11156"/>
            <ac:spMk id="74" creationId="{B17DEFE0-9BA5-9F56-4190-B7E4B886277D}"/>
          </ac:spMkLst>
        </pc:spChg>
        <pc:spChg chg="mod">
          <ac:chgData name="Andrew Parsons" userId="ae58b65ede225ea4" providerId="LiveId" clId="{E2841106-9CF7-4E53-865C-EBD90DB33E28}" dt="2026-05-03T10:12:16.786" v="1317" actId="20577"/>
          <ac:spMkLst>
            <pc:docMk/>
            <pc:sldMk cId="287678156" sldId="11156"/>
            <ac:spMk id="75" creationId="{0E063585-82D5-4A1C-39FC-22A802917AFC}"/>
          </ac:spMkLst>
        </pc:spChg>
        <pc:spChg chg="mod">
          <ac:chgData name="Andrew Parsons" userId="ae58b65ede225ea4" providerId="LiveId" clId="{E2841106-9CF7-4E53-865C-EBD90DB33E28}" dt="2026-05-03T10:12:32.777" v="1318"/>
          <ac:spMkLst>
            <pc:docMk/>
            <pc:sldMk cId="287678156" sldId="11156"/>
            <ac:spMk id="77" creationId="{EE6D55C4-FCE5-50DE-2E95-7DEA3620ABF9}"/>
          </ac:spMkLst>
        </pc:spChg>
        <pc:spChg chg="mod">
          <ac:chgData name="Andrew Parsons" userId="ae58b65ede225ea4" providerId="LiveId" clId="{E2841106-9CF7-4E53-865C-EBD90DB33E28}" dt="2026-05-03T10:13:27.267" v="1365" actId="20577"/>
          <ac:spMkLst>
            <pc:docMk/>
            <pc:sldMk cId="287678156" sldId="11156"/>
            <ac:spMk id="78" creationId="{06E56C62-9DBA-94EE-A4DA-3A030D75C484}"/>
          </ac:spMkLst>
        </pc:spChg>
        <pc:spChg chg="mod">
          <ac:chgData name="Andrew Parsons" userId="ae58b65ede225ea4" providerId="LiveId" clId="{E2841106-9CF7-4E53-865C-EBD90DB33E28}" dt="2026-05-03T10:13:15.765" v="1356"/>
          <ac:spMkLst>
            <pc:docMk/>
            <pc:sldMk cId="287678156" sldId="11156"/>
            <ac:spMk id="80" creationId="{B1ED5ABE-9D6D-3400-78F4-EF44ADEACA45}"/>
          </ac:spMkLst>
        </pc:spChg>
        <pc:spChg chg="mod">
          <ac:chgData name="Andrew Parsons" userId="ae58b65ede225ea4" providerId="LiveId" clId="{E2841106-9CF7-4E53-865C-EBD90DB33E28}" dt="2026-05-03T10:14:28.322" v="1438" actId="20577"/>
          <ac:spMkLst>
            <pc:docMk/>
            <pc:sldMk cId="287678156" sldId="11156"/>
            <ac:spMk id="81" creationId="{49AB5ED6-2F20-21FB-752C-5C5A620ACA76}"/>
          </ac:spMkLst>
        </pc:spChg>
        <pc:spChg chg="mod">
          <ac:chgData name="Andrew Parsons" userId="ae58b65ede225ea4" providerId="LiveId" clId="{E2841106-9CF7-4E53-865C-EBD90DB33E28}" dt="2026-05-03T10:14:59.063" v="1439"/>
          <ac:spMkLst>
            <pc:docMk/>
            <pc:sldMk cId="287678156" sldId="11156"/>
            <ac:spMk id="83" creationId="{0B7898D6-CAA6-9849-259D-ED5737231FE3}"/>
          </ac:spMkLst>
        </pc:spChg>
        <pc:spChg chg="mod">
          <ac:chgData name="Andrew Parsons" userId="ae58b65ede225ea4" providerId="LiveId" clId="{E2841106-9CF7-4E53-865C-EBD90DB33E28}" dt="2026-05-03T10:15:35.447" v="1469" actId="20577"/>
          <ac:spMkLst>
            <pc:docMk/>
            <pc:sldMk cId="287678156" sldId="11156"/>
            <ac:spMk id="84" creationId="{0E9D7816-94C9-76C8-41B4-271956F843F7}"/>
          </ac:spMkLst>
        </pc:spChg>
        <pc:spChg chg="mod">
          <ac:chgData name="Andrew Parsons" userId="ae58b65ede225ea4" providerId="LiveId" clId="{E2841106-9CF7-4E53-865C-EBD90DB33E28}" dt="2026-05-03T10:15:44.249" v="1470"/>
          <ac:spMkLst>
            <pc:docMk/>
            <pc:sldMk cId="287678156" sldId="11156"/>
            <ac:spMk id="86" creationId="{D9E5A8C6-5543-9A42-CF80-B61513DB4853}"/>
          </ac:spMkLst>
        </pc:spChg>
        <pc:spChg chg="mod">
          <ac:chgData name="Andrew Parsons" userId="ae58b65ede225ea4" providerId="LiveId" clId="{E2841106-9CF7-4E53-865C-EBD90DB33E28}" dt="2026-05-03T10:16:02.801" v="1508" actId="20577"/>
          <ac:spMkLst>
            <pc:docMk/>
            <pc:sldMk cId="287678156" sldId="11156"/>
            <ac:spMk id="87" creationId="{B2D1D618-1FE2-A506-DC3F-87B5D3214812}"/>
          </ac:spMkLst>
        </pc:spChg>
        <pc:spChg chg="mod">
          <ac:chgData name="Andrew Parsons" userId="ae58b65ede225ea4" providerId="LiveId" clId="{E2841106-9CF7-4E53-865C-EBD90DB33E28}" dt="2026-05-03T10:16:11.987" v="1509"/>
          <ac:spMkLst>
            <pc:docMk/>
            <pc:sldMk cId="287678156" sldId="11156"/>
            <ac:spMk id="89" creationId="{BBFC6007-E2A1-E40F-E2A3-66B9365999F7}"/>
          </ac:spMkLst>
        </pc:spChg>
        <pc:spChg chg="mod">
          <ac:chgData name="Andrew Parsons" userId="ae58b65ede225ea4" providerId="LiveId" clId="{E2841106-9CF7-4E53-865C-EBD90DB33E28}" dt="2026-05-03T10:16:32.313" v="1523" actId="20577"/>
          <ac:spMkLst>
            <pc:docMk/>
            <pc:sldMk cId="287678156" sldId="11156"/>
            <ac:spMk id="90" creationId="{BB913F07-1DCA-6826-9D94-6CD7291F1765}"/>
          </ac:spMkLst>
        </pc:spChg>
        <pc:grpChg chg="mod">
          <ac:chgData name="Andrew Parsons" userId="ae58b65ede225ea4" providerId="LiveId" clId="{E2841106-9CF7-4E53-865C-EBD90DB33E28}" dt="2026-05-03T09:41:06.265" v="313" actId="1076"/>
          <ac:grpSpMkLst>
            <pc:docMk/>
            <pc:sldMk cId="287678156" sldId="11156"/>
            <ac:grpSpMk id="21" creationId="{AD458D1F-E4B7-EF28-5B86-7734EDAD883E}"/>
          </ac:grpSpMkLst>
        </pc:grpChg>
        <pc:grpChg chg="add mod">
          <ac:chgData name="Andrew Parsons" userId="ae58b65ede225ea4" providerId="LiveId" clId="{E2841106-9CF7-4E53-865C-EBD90DB33E28}" dt="2026-05-03T09:52:28.497" v="491" actId="14100"/>
          <ac:grpSpMkLst>
            <pc:docMk/>
            <pc:sldMk cId="287678156" sldId="11156"/>
            <ac:grpSpMk id="22" creationId="{00D999CD-9326-D621-CCD3-C7843BAE271C}"/>
          </ac:grpSpMkLst>
        </pc:grpChg>
        <pc:grpChg chg="add mod">
          <ac:chgData name="Andrew Parsons" userId="ae58b65ede225ea4" providerId="LiveId" clId="{E2841106-9CF7-4E53-865C-EBD90DB33E28}" dt="2026-05-03T10:01:00.994" v="811" actId="1076"/>
          <ac:grpSpMkLst>
            <pc:docMk/>
            <pc:sldMk cId="287678156" sldId="11156"/>
            <ac:grpSpMk id="25" creationId="{A93F5746-9472-1061-9169-FA80ABAC3A5B}"/>
          </ac:grpSpMkLst>
        </pc:grpChg>
        <pc:grpChg chg="add mod">
          <ac:chgData name="Andrew Parsons" userId="ae58b65ede225ea4" providerId="LiveId" clId="{E2841106-9CF7-4E53-865C-EBD90DB33E28}" dt="2026-05-03T10:01:05.620" v="816" actId="1036"/>
          <ac:grpSpMkLst>
            <pc:docMk/>
            <pc:sldMk cId="287678156" sldId="11156"/>
            <ac:grpSpMk id="28" creationId="{5E50EC94-46DB-8BD5-77D3-2A939D319915}"/>
          </ac:grpSpMkLst>
        </pc:grpChg>
        <pc:grpChg chg="add mod">
          <ac:chgData name="Andrew Parsons" userId="ae58b65ede225ea4" providerId="LiveId" clId="{E2841106-9CF7-4E53-865C-EBD90DB33E28}" dt="2026-05-03T09:56:24.667" v="680" actId="1076"/>
          <ac:grpSpMkLst>
            <pc:docMk/>
            <pc:sldMk cId="287678156" sldId="11156"/>
            <ac:grpSpMk id="31" creationId="{0F76C346-A2C2-0505-047F-D924F09A1E71}"/>
          </ac:grpSpMkLst>
        </pc:grpChg>
        <pc:grpChg chg="add mod">
          <ac:chgData name="Andrew Parsons" userId="ae58b65ede225ea4" providerId="LiveId" clId="{E2841106-9CF7-4E53-865C-EBD90DB33E28}" dt="2026-05-03T09:58:26.575" v="712" actId="1076"/>
          <ac:grpSpMkLst>
            <pc:docMk/>
            <pc:sldMk cId="287678156" sldId="11156"/>
            <ac:grpSpMk id="34" creationId="{1A70E03F-E2BE-6126-1ECA-6CC8778B7A42}"/>
          </ac:grpSpMkLst>
        </pc:grpChg>
        <pc:grpChg chg="add mod">
          <ac:chgData name="Andrew Parsons" userId="ae58b65ede225ea4" providerId="LiveId" clId="{E2841106-9CF7-4E53-865C-EBD90DB33E28}" dt="2026-05-03T10:01:24.743" v="818" actId="1076"/>
          <ac:grpSpMkLst>
            <pc:docMk/>
            <pc:sldMk cId="287678156" sldId="11156"/>
            <ac:grpSpMk id="37" creationId="{AD1401F6-7C30-9FA4-4AFB-3EEB897ABDF1}"/>
          </ac:grpSpMkLst>
        </pc:grpChg>
        <pc:grpChg chg="add mod">
          <ac:chgData name="Andrew Parsons" userId="ae58b65ede225ea4" providerId="LiveId" clId="{E2841106-9CF7-4E53-865C-EBD90DB33E28}" dt="2026-05-03T10:04:34.250" v="965" actId="1037"/>
          <ac:grpSpMkLst>
            <pc:docMk/>
            <pc:sldMk cId="287678156" sldId="11156"/>
            <ac:grpSpMk id="40" creationId="{478278E9-E54E-7108-9A89-35DEFFF33F42}"/>
          </ac:grpSpMkLst>
        </pc:grpChg>
        <pc:grpChg chg="add mod">
          <ac:chgData name="Andrew Parsons" userId="ae58b65ede225ea4" providerId="LiveId" clId="{E2841106-9CF7-4E53-865C-EBD90DB33E28}" dt="2026-05-03T10:03:00.029" v="908" actId="1037"/>
          <ac:grpSpMkLst>
            <pc:docMk/>
            <pc:sldMk cId="287678156" sldId="11156"/>
            <ac:grpSpMk id="43" creationId="{50E30FE4-F765-2BCA-D090-3CEFABA3372C}"/>
          </ac:grpSpMkLst>
        </pc:grpChg>
        <pc:grpChg chg="add mod">
          <ac:chgData name="Andrew Parsons" userId="ae58b65ede225ea4" providerId="LiveId" clId="{E2841106-9CF7-4E53-865C-EBD90DB33E28}" dt="2026-05-03T10:03:46.096" v="942" actId="14100"/>
          <ac:grpSpMkLst>
            <pc:docMk/>
            <pc:sldMk cId="287678156" sldId="11156"/>
            <ac:grpSpMk id="46" creationId="{68FE7CE5-140A-8CF8-2F21-F76CA9BE5362}"/>
          </ac:grpSpMkLst>
        </pc:grpChg>
        <pc:grpChg chg="add mod">
          <ac:chgData name="Andrew Parsons" userId="ae58b65ede225ea4" providerId="LiveId" clId="{E2841106-9CF7-4E53-865C-EBD90DB33E28}" dt="2026-05-03T10:04:02.747" v="944" actId="1076"/>
          <ac:grpSpMkLst>
            <pc:docMk/>
            <pc:sldMk cId="287678156" sldId="11156"/>
            <ac:grpSpMk id="49" creationId="{A66413BD-6292-DC80-402F-2CB9CFF5279E}"/>
          </ac:grpSpMkLst>
        </pc:grpChg>
        <pc:grpChg chg="add mod">
          <ac:chgData name="Andrew Parsons" userId="ae58b65ede225ea4" providerId="LiveId" clId="{E2841106-9CF7-4E53-865C-EBD90DB33E28}" dt="2026-05-03T10:04:58.285" v="967" actId="1076"/>
          <ac:grpSpMkLst>
            <pc:docMk/>
            <pc:sldMk cId="287678156" sldId="11156"/>
            <ac:grpSpMk id="52" creationId="{C474B759-B385-D5FA-233B-DEEAB7B43A62}"/>
          </ac:grpSpMkLst>
        </pc:grpChg>
        <pc:grpChg chg="add mod">
          <ac:chgData name="Andrew Parsons" userId="ae58b65ede225ea4" providerId="LiveId" clId="{E2841106-9CF7-4E53-865C-EBD90DB33E28}" dt="2026-05-03T10:05:47.096" v="993" actId="1076"/>
          <ac:grpSpMkLst>
            <pc:docMk/>
            <pc:sldMk cId="287678156" sldId="11156"/>
            <ac:grpSpMk id="55" creationId="{125DC0F0-97AD-EBBE-B4F0-4FB4A84FE213}"/>
          </ac:grpSpMkLst>
        </pc:grpChg>
        <pc:grpChg chg="add mod">
          <ac:chgData name="Andrew Parsons" userId="ae58b65ede225ea4" providerId="LiveId" clId="{E2841106-9CF7-4E53-865C-EBD90DB33E28}" dt="2026-05-03T10:06:37.122" v="1041" actId="1076"/>
          <ac:grpSpMkLst>
            <pc:docMk/>
            <pc:sldMk cId="287678156" sldId="11156"/>
            <ac:grpSpMk id="58" creationId="{B1EC6E34-3FBE-7A00-C16A-A27B2EEDA157}"/>
          </ac:grpSpMkLst>
        </pc:grpChg>
        <pc:grpChg chg="add mod">
          <ac:chgData name="Andrew Parsons" userId="ae58b65ede225ea4" providerId="LiveId" clId="{E2841106-9CF7-4E53-865C-EBD90DB33E28}" dt="2026-05-03T10:07:44.939" v="1094" actId="14100"/>
          <ac:grpSpMkLst>
            <pc:docMk/>
            <pc:sldMk cId="287678156" sldId="11156"/>
            <ac:grpSpMk id="61" creationId="{334BE490-7E79-C94C-914F-8EF2C1EDCA1B}"/>
          </ac:grpSpMkLst>
        </pc:grpChg>
        <pc:grpChg chg="add mod">
          <ac:chgData name="Andrew Parsons" userId="ae58b65ede225ea4" providerId="LiveId" clId="{E2841106-9CF7-4E53-865C-EBD90DB33E28}" dt="2026-05-03T10:09:42.454" v="1206" actId="1076"/>
          <ac:grpSpMkLst>
            <pc:docMk/>
            <pc:sldMk cId="287678156" sldId="11156"/>
            <ac:grpSpMk id="64" creationId="{4ED9F371-E83E-2E3B-2726-9137C36D78FD}"/>
          </ac:grpSpMkLst>
        </pc:grpChg>
        <pc:grpChg chg="add mod">
          <ac:chgData name="Andrew Parsons" userId="ae58b65ede225ea4" providerId="LiveId" clId="{E2841106-9CF7-4E53-865C-EBD90DB33E28}" dt="2026-05-03T10:09:56.735" v="1208" actId="1076"/>
          <ac:grpSpMkLst>
            <pc:docMk/>
            <pc:sldMk cId="287678156" sldId="11156"/>
            <ac:grpSpMk id="67" creationId="{746801A9-3781-E87C-2F35-516EE96B379D}"/>
          </ac:grpSpMkLst>
        </pc:grpChg>
        <pc:grpChg chg="add mod">
          <ac:chgData name="Andrew Parsons" userId="ae58b65ede225ea4" providerId="LiveId" clId="{E2841106-9CF7-4E53-865C-EBD90DB33E28}" dt="2026-05-03T10:11:34.759" v="1269" actId="1076"/>
          <ac:grpSpMkLst>
            <pc:docMk/>
            <pc:sldMk cId="287678156" sldId="11156"/>
            <ac:grpSpMk id="70" creationId="{FA8C8582-7A06-8C8A-080D-A4A3095FD14C}"/>
          </ac:grpSpMkLst>
        </pc:grpChg>
        <pc:grpChg chg="add mod">
          <ac:chgData name="Andrew Parsons" userId="ae58b65ede225ea4" providerId="LiveId" clId="{E2841106-9CF7-4E53-865C-EBD90DB33E28}" dt="2026-05-03T10:11:50.071" v="1271" actId="1076"/>
          <ac:grpSpMkLst>
            <pc:docMk/>
            <pc:sldMk cId="287678156" sldId="11156"/>
            <ac:grpSpMk id="73" creationId="{5F442BB4-4B1B-981D-4343-7FCBA71800F8}"/>
          </ac:grpSpMkLst>
        </pc:grpChg>
        <pc:grpChg chg="add mod">
          <ac:chgData name="Andrew Parsons" userId="ae58b65ede225ea4" providerId="LiveId" clId="{E2841106-9CF7-4E53-865C-EBD90DB33E28}" dt="2026-05-03T10:13:37.477" v="1367" actId="1076"/>
          <ac:grpSpMkLst>
            <pc:docMk/>
            <pc:sldMk cId="287678156" sldId="11156"/>
            <ac:grpSpMk id="76" creationId="{7EA6F38B-8796-FE4D-4386-ABF45760B7DF}"/>
          </ac:grpSpMkLst>
        </pc:grpChg>
        <pc:grpChg chg="add mod">
          <ac:chgData name="Andrew Parsons" userId="ae58b65ede225ea4" providerId="LiveId" clId="{E2841106-9CF7-4E53-865C-EBD90DB33E28}" dt="2026-05-03T10:13:49.713" v="1371" actId="1036"/>
          <ac:grpSpMkLst>
            <pc:docMk/>
            <pc:sldMk cId="287678156" sldId="11156"/>
            <ac:grpSpMk id="79" creationId="{89406604-47BE-88C7-407B-901027660978}"/>
          </ac:grpSpMkLst>
        </pc:grpChg>
        <pc:grpChg chg="add mod">
          <ac:chgData name="Andrew Parsons" userId="ae58b65ede225ea4" providerId="LiveId" clId="{E2841106-9CF7-4E53-865C-EBD90DB33E28}" dt="2026-05-03T10:15:13.135" v="1440" actId="1076"/>
          <ac:grpSpMkLst>
            <pc:docMk/>
            <pc:sldMk cId="287678156" sldId="11156"/>
            <ac:grpSpMk id="82" creationId="{AFA207C3-4F73-8499-A866-20FDF27D50BE}"/>
          </ac:grpSpMkLst>
        </pc:grpChg>
        <pc:grpChg chg="add mod">
          <ac:chgData name="Andrew Parsons" userId="ae58b65ede225ea4" providerId="LiveId" clId="{E2841106-9CF7-4E53-865C-EBD90DB33E28}" dt="2026-05-03T10:15:47.126" v="1471" actId="1076"/>
          <ac:grpSpMkLst>
            <pc:docMk/>
            <pc:sldMk cId="287678156" sldId="11156"/>
            <ac:grpSpMk id="85" creationId="{73BAE0D6-AABA-182C-B851-D72FD6678B7B}"/>
          </ac:grpSpMkLst>
        </pc:grpChg>
        <pc:grpChg chg="add mod">
          <ac:chgData name="Andrew Parsons" userId="ae58b65ede225ea4" providerId="LiveId" clId="{E2841106-9CF7-4E53-865C-EBD90DB33E28}" dt="2026-05-03T10:16:21.666" v="1510" actId="1076"/>
          <ac:grpSpMkLst>
            <pc:docMk/>
            <pc:sldMk cId="287678156" sldId="11156"/>
            <ac:grpSpMk id="88" creationId="{3F44F574-B1E4-939F-8B92-AF1021B94514}"/>
          </ac:grpSpMkLst>
        </pc:grpChg>
        <pc:graphicFrameChg chg="mod modGraphic">
          <ac:chgData name="Andrew Parsons" userId="ae58b65ede225ea4" providerId="LiveId" clId="{E2841106-9CF7-4E53-865C-EBD90DB33E28}" dt="2026-05-03T10:10:25.309" v="1232" actId="20577"/>
          <ac:graphicFrameMkLst>
            <pc:docMk/>
            <pc:sldMk cId="287678156" sldId="11156"/>
            <ac:graphicFrameMk id="3" creationId="{2FF37E38-46E1-556A-0048-B064E79273EF}"/>
          </ac:graphicFrameMkLst>
        </pc:graphicFrameChg>
        <pc:graphicFrameChg chg="mod modGraphic">
          <ac:chgData name="Andrew Parsons" userId="ae58b65ede225ea4" providerId="LiveId" clId="{E2841106-9CF7-4E53-865C-EBD90DB33E28}" dt="2026-05-03T09:57:29.752" v="705" actId="14100"/>
          <ac:graphicFrameMkLst>
            <pc:docMk/>
            <pc:sldMk cId="287678156" sldId="11156"/>
            <ac:graphicFrameMk id="4" creationId="{DDCEB4AE-F568-DF33-8A61-F4D2E7ED2AC7}"/>
          </ac:graphicFrameMkLst>
        </pc:graphicFrameChg>
        <pc:graphicFrameChg chg="mod modGraphic">
          <ac:chgData name="Andrew Parsons" userId="ae58b65ede225ea4" providerId="LiveId" clId="{E2841106-9CF7-4E53-865C-EBD90DB33E28}" dt="2026-05-03T09:57:40.462" v="708" actId="14734"/>
          <ac:graphicFrameMkLst>
            <pc:docMk/>
            <pc:sldMk cId="287678156" sldId="11156"/>
            <ac:graphicFrameMk id="19" creationId="{E904AC79-4BCF-78B2-694B-18F96C67F811}"/>
          </ac:graphicFrameMkLst>
        </pc:graphicFrameChg>
        <pc:graphicFrameChg chg="mod modGraphic">
          <ac:chgData name="Andrew Parsons" userId="ae58b65ede225ea4" providerId="LiveId" clId="{E2841106-9CF7-4E53-865C-EBD90DB33E28}" dt="2026-05-03T10:10:28.387" v="1233" actId="14734"/>
          <ac:graphicFrameMkLst>
            <pc:docMk/>
            <pc:sldMk cId="287678156" sldId="11156"/>
            <ac:graphicFrameMk id="20" creationId="{6803DD1D-C52D-8FAF-85C1-436CC514251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139F7D-C421-FF48-B300-D19579870A97}"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ECCD41-01C6-644D-A7C0-24ABC05CAE8E}" type="slidenum">
              <a:rPr lang="en-US" smtClean="0"/>
              <a:t>‹#›</a:t>
            </a:fld>
            <a:endParaRPr lang="en-US"/>
          </a:p>
        </p:txBody>
      </p:sp>
    </p:spTree>
    <p:extLst>
      <p:ext uri="{BB962C8B-B14F-4D97-AF65-F5344CB8AC3E}">
        <p14:creationId xmlns:p14="http://schemas.microsoft.com/office/powerpoint/2010/main" val="3146486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F430-9E17-CDC0-1BC4-05ED18E04EB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B009641-3FDE-C111-EFEF-61C4BF7F48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B8A6FD7-528A-E97A-AF00-723D357A61A1}"/>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5" name="Footer Placeholder 4">
            <a:extLst>
              <a:ext uri="{FF2B5EF4-FFF2-40B4-BE49-F238E27FC236}">
                <a16:creationId xmlns:a16="http://schemas.microsoft.com/office/drawing/2014/main" id="{20A4E4C8-82C7-2E11-F711-6D27EC6129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426516-33C7-407B-EC72-B9A139A7B5D0}"/>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2497672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68FC2-1A4D-10E5-9FED-905379E902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BD8B74C-ED49-3C5C-90A0-2E6551C38C1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B7448C9-2478-8E93-0F05-44232E59C29B}"/>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5" name="Footer Placeholder 4">
            <a:extLst>
              <a:ext uri="{FF2B5EF4-FFF2-40B4-BE49-F238E27FC236}">
                <a16:creationId xmlns:a16="http://schemas.microsoft.com/office/drawing/2014/main" id="{7845B07E-369D-9EA1-5F4B-EFA4AD937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6B30D-1EFC-7461-FECE-89288F2298EE}"/>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413639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B595-C72A-F180-E34C-861904C791B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38E6947-69C7-95BA-F6C6-273F53FC82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79D1E79-81BE-1C88-0815-69591471199A}"/>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5" name="Footer Placeholder 4">
            <a:extLst>
              <a:ext uri="{FF2B5EF4-FFF2-40B4-BE49-F238E27FC236}">
                <a16:creationId xmlns:a16="http://schemas.microsoft.com/office/drawing/2014/main" id="{F7BD6A92-75B3-8CFD-9BFF-8A6A409108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D2EF7D-EE4F-A81B-2D0C-8DB5853B21C9}"/>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2493691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818E9-4BC3-365C-6B45-07C1DDE1A10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092300F-EBD9-4CA1-3F29-A647A920D2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6480A7B-E40A-11BA-5F1A-A7F297FFDDE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03836AC-D82C-C336-A25F-4446EAAEA167}"/>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6" name="Footer Placeholder 5">
            <a:extLst>
              <a:ext uri="{FF2B5EF4-FFF2-40B4-BE49-F238E27FC236}">
                <a16:creationId xmlns:a16="http://schemas.microsoft.com/office/drawing/2014/main" id="{F3FB18E1-2273-344A-6C33-066F7D85E2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9DBD9-53A6-FC55-40FE-C67263432D9C}"/>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3016194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E7EB-3F53-4862-1B1F-337B29826E0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4EC3361-6F85-B356-40B4-A63C1ED122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32FBC0E-0092-6F82-C4B6-4F181DF9FB3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A996537-634C-BEC3-8B87-0484C9C9AB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F2C0636-0AA0-1A15-D677-5EDA37CC137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F7A0D1D-8822-8D89-7380-2A6C3DA86FFD}"/>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8" name="Footer Placeholder 7">
            <a:extLst>
              <a:ext uri="{FF2B5EF4-FFF2-40B4-BE49-F238E27FC236}">
                <a16:creationId xmlns:a16="http://schemas.microsoft.com/office/drawing/2014/main" id="{6DE7EF90-EC27-6719-E18F-897317D69C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00B014-8C73-7166-C1A5-4A311B004993}"/>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4264070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3466D-33E2-1EB2-A3E4-5B9EA6F5EA8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2E15680-4B87-5CA5-485D-A9C2892F78DF}"/>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4" name="Footer Placeholder 3">
            <a:extLst>
              <a:ext uri="{FF2B5EF4-FFF2-40B4-BE49-F238E27FC236}">
                <a16:creationId xmlns:a16="http://schemas.microsoft.com/office/drawing/2014/main" id="{6515A3B2-53BB-0814-F744-96F3478A87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C219D0-72C3-CA69-F1A1-A016598DC7DE}"/>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3176720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2AA0F7-0E51-3145-48C8-1FD99E30FD1B}"/>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3" name="Footer Placeholder 2">
            <a:extLst>
              <a:ext uri="{FF2B5EF4-FFF2-40B4-BE49-F238E27FC236}">
                <a16:creationId xmlns:a16="http://schemas.microsoft.com/office/drawing/2014/main" id="{D1AA6517-C7EB-5014-2D0B-B33AD68A03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7B81E1-6AFA-B0E6-E7AB-422887A184E7}"/>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1829056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0996C-6308-6C13-7773-9F8D064E9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22053E3-82A5-A926-818A-36A112094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F74908-741E-47DE-2FCD-5801208C0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6F88351-7A3E-D1E1-B05B-434DF13D2806}"/>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6" name="Footer Placeholder 5">
            <a:extLst>
              <a:ext uri="{FF2B5EF4-FFF2-40B4-BE49-F238E27FC236}">
                <a16:creationId xmlns:a16="http://schemas.microsoft.com/office/drawing/2014/main" id="{C4C744C1-31A3-D01C-221C-B2805AA3A5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4FF40C-6D30-87B5-68A7-0901D4BDEE77}"/>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3933509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455C2-7368-A5E0-B5DA-DB4FD4E670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4115200-2724-1A28-95AF-CEEEC360F6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693A7F-76EF-740F-D7CF-3F8D79D569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7248C04-3471-AD25-1580-6DA474488B06}"/>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6" name="Footer Placeholder 5">
            <a:extLst>
              <a:ext uri="{FF2B5EF4-FFF2-40B4-BE49-F238E27FC236}">
                <a16:creationId xmlns:a16="http://schemas.microsoft.com/office/drawing/2014/main" id="{50C869C8-D592-EF94-CE89-871C97330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5125C-0332-3096-B882-A94E82D74C4E}"/>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494082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FE37F-3CA7-4B4A-1BC4-3EFEDC3E221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BD7A1A-2189-E348-9C13-EC61FFFC68B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74AA3F2-AE73-72FB-8E58-E8D8DACCDC06}"/>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5" name="Footer Placeholder 4">
            <a:extLst>
              <a:ext uri="{FF2B5EF4-FFF2-40B4-BE49-F238E27FC236}">
                <a16:creationId xmlns:a16="http://schemas.microsoft.com/office/drawing/2014/main" id="{9B15CCCB-3A32-59F0-57EA-0B4E32B39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C7EBA6-5B90-9D1A-79DD-B0A4565ED838}"/>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337313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417B8E-C098-C2B7-A452-B68DA409AF5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CBE384-965E-C551-F1D5-DB75B5560FB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3CB741-9A65-BB6F-A4D2-A6A7BC84E70B}"/>
              </a:ext>
            </a:extLst>
          </p:cNvPr>
          <p:cNvSpPr>
            <a:spLocks noGrp="1"/>
          </p:cNvSpPr>
          <p:nvPr>
            <p:ph type="dt" sz="half" idx="10"/>
          </p:nvPr>
        </p:nvSpPr>
        <p:spPr/>
        <p:txBody>
          <a:bodyPr/>
          <a:lstStyle/>
          <a:p>
            <a:fld id="{B8625056-0C59-7E40-9828-08C0FDD22F1E}" type="datetimeFigureOut">
              <a:rPr lang="en-US" smtClean="0"/>
              <a:t>5/4/2026</a:t>
            </a:fld>
            <a:endParaRPr lang="en-US"/>
          </a:p>
        </p:txBody>
      </p:sp>
      <p:sp>
        <p:nvSpPr>
          <p:cNvPr id="5" name="Footer Placeholder 4">
            <a:extLst>
              <a:ext uri="{FF2B5EF4-FFF2-40B4-BE49-F238E27FC236}">
                <a16:creationId xmlns:a16="http://schemas.microsoft.com/office/drawing/2014/main" id="{422A23DD-7337-6066-6CC5-7191115770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A0BAE-5835-2654-AC6C-85FA58128556}"/>
              </a:ext>
            </a:extLst>
          </p:cNvPr>
          <p:cNvSpPr>
            <a:spLocks noGrp="1"/>
          </p:cNvSpPr>
          <p:nvPr>
            <p:ph type="sldNum" sz="quarter" idx="12"/>
          </p:nvPr>
        </p:nvSpPr>
        <p:spPr/>
        <p:txBody>
          <a:bodyPr/>
          <a:lstStyle/>
          <a:p>
            <a:fld id="{DF916D23-D090-7B42-80F3-C5642EE25C67}" type="slidenum">
              <a:rPr lang="en-US" smtClean="0"/>
              <a:t>‹#›</a:t>
            </a:fld>
            <a:endParaRPr lang="en-US"/>
          </a:p>
        </p:txBody>
      </p:sp>
    </p:spTree>
    <p:extLst>
      <p:ext uri="{BB962C8B-B14F-4D97-AF65-F5344CB8AC3E}">
        <p14:creationId xmlns:p14="http://schemas.microsoft.com/office/powerpoint/2010/main" val="1838255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E53DA6-5834-5BD5-7588-9989E1742D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E215216-0F6D-7E42-A303-70432A1E1C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1CB9906-6EBA-880E-69EC-9A5FB17F1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625056-0C59-7E40-9828-08C0FDD22F1E}" type="datetimeFigureOut">
              <a:rPr lang="en-US" smtClean="0"/>
              <a:t>5/4/2026</a:t>
            </a:fld>
            <a:endParaRPr lang="en-US"/>
          </a:p>
        </p:txBody>
      </p:sp>
      <p:sp>
        <p:nvSpPr>
          <p:cNvPr id="5" name="Footer Placeholder 4">
            <a:extLst>
              <a:ext uri="{FF2B5EF4-FFF2-40B4-BE49-F238E27FC236}">
                <a16:creationId xmlns:a16="http://schemas.microsoft.com/office/drawing/2014/main" id="{4EEAD6E1-FA30-E2D9-F35A-8167DBC399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21CB1F-6823-4443-7389-7C556E0B14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916D23-D090-7B42-80F3-C5642EE25C67}" type="slidenum">
              <a:rPr lang="en-US" smtClean="0"/>
              <a:t>‹#›</a:t>
            </a:fld>
            <a:endParaRPr lang="en-US"/>
          </a:p>
        </p:txBody>
      </p:sp>
    </p:spTree>
    <p:extLst>
      <p:ext uri="{BB962C8B-B14F-4D97-AF65-F5344CB8AC3E}">
        <p14:creationId xmlns:p14="http://schemas.microsoft.com/office/powerpoint/2010/main" val="2675245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8AF4-85DC-38C7-8B1D-D7ACF630B258}"/>
            </a:ext>
          </a:extLst>
        </p:cNvPr>
        <p:cNvGrpSpPr/>
        <p:nvPr/>
      </p:nvGrpSpPr>
      <p:grpSpPr>
        <a:xfrm>
          <a:off x="0" y="0"/>
          <a:ext cx="0" cy="0"/>
          <a:chOff x="0" y="0"/>
          <a:chExt cx="0" cy="0"/>
        </a:xfrm>
      </p:grpSpPr>
      <p:pic>
        <p:nvPicPr>
          <p:cNvPr id="5" name="Picture 4" descr="A shield with a picture of a bird and a sword&#10;&#10;AI-generated content may be incorrect.">
            <a:extLst>
              <a:ext uri="{FF2B5EF4-FFF2-40B4-BE49-F238E27FC236}">
                <a16:creationId xmlns:a16="http://schemas.microsoft.com/office/drawing/2014/main" id="{6BDED213-8048-3A94-FAD9-23D3B9002458}"/>
              </a:ext>
            </a:extLst>
          </p:cNvPr>
          <p:cNvPicPr>
            <a:picLocks noChangeAspect="1"/>
          </p:cNvPicPr>
          <p:nvPr/>
        </p:nvPicPr>
        <p:blipFill>
          <a:blip r:embed="rId2"/>
          <a:stretch>
            <a:fillRect/>
          </a:stretch>
        </p:blipFill>
        <p:spPr>
          <a:xfrm>
            <a:off x="56740" y="48128"/>
            <a:ext cx="806590" cy="1034716"/>
          </a:xfrm>
          <a:prstGeom prst="rect">
            <a:avLst/>
          </a:prstGeom>
        </p:spPr>
      </p:pic>
      <p:sp>
        <p:nvSpPr>
          <p:cNvPr id="7" name="TextBox 6">
            <a:extLst>
              <a:ext uri="{FF2B5EF4-FFF2-40B4-BE49-F238E27FC236}">
                <a16:creationId xmlns:a16="http://schemas.microsoft.com/office/drawing/2014/main" id="{0E59E975-4713-FDFE-F66A-71C2EA7CFC55}"/>
              </a:ext>
            </a:extLst>
          </p:cNvPr>
          <p:cNvSpPr txBox="1"/>
          <p:nvPr/>
        </p:nvSpPr>
        <p:spPr>
          <a:xfrm>
            <a:off x="2051954" y="-62704"/>
            <a:ext cx="8088085" cy="400110"/>
          </a:xfrm>
          <a:prstGeom prst="rect">
            <a:avLst/>
          </a:prstGeom>
          <a:noFill/>
        </p:spPr>
        <p:txBody>
          <a:bodyPr wrap="square" rtlCol="0">
            <a:spAutoFit/>
          </a:bodyPr>
          <a:lstStyle/>
          <a:p>
            <a:pPr algn="ctr"/>
            <a:r>
              <a:rPr lang="en-US" sz="2000" b="1" dirty="0"/>
              <a:t>SBTDWS</a:t>
            </a:r>
          </a:p>
        </p:txBody>
      </p:sp>
      <p:graphicFrame>
        <p:nvGraphicFramePr>
          <p:cNvPr id="8" name="Table 7">
            <a:extLst>
              <a:ext uri="{FF2B5EF4-FFF2-40B4-BE49-F238E27FC236}">
                <a16:creationId xmlns:a16="http://schemas.microsoft.com/office/drawing/2014/main" id="{E613CB3E-F553-5384-888B-291FF72DF947}"/>
              </a:ext>
            </a:extLst>
          </p:cNvPr>
          <p:cNvGraphicFramePr>
            <a:graphicFrameLocks noGrp="1"/>
          </p:cNvGraphicFramePr>
          <p:nvPr>
            <p:extLst>
              <p:ext uri="{D42A27DB-BD31-4B8C-83A1-F6EECF244321}">
                <p14:modId xmlns:p14="http://schemas.microsoft.com/office/powerpoint/2010/main" val="3024530932"/>
              </p:ext>
            </p:extLst>
          </p:nvPr>
        </p:nvGraphicFramePr>
        <p:xfrm>
          <a:off x="56740" y="932875"/>
          <a:ext cx="12070606" cy="5900586"/>
        </p:xfrm>
        <a:graphic>
          <a:graphicData uri="http://schemas.openxmlformats.org/drawingml/2006/table">
            <a:tbl>
              <a:tblPr firstRow="1" bandRow="1">
                <a:tableStyleId>{5C22544A-7EE6-4342-B048-85BDC9FD1C3A}</a:tableStyleId>
              </a:tblPr>
              <a:tblGrid>
                <a:gridCol w="6035303">
                  <a:extLst>
                    <a:ext uri="{9D8B030D-6E8A-4147-A177-3AD203B41FA5}">
                      <a16:colId xmlns:a16="http://schemas.microsoft.com/office/drawing/2014/main" val="1011403774"/>
                    </a:ext>
                  </a:extLst>
                </a:gridCol>
                <a:gridCol w="6035303">
                  <a:extLst>
                    <a:ext uri="{9D8B030D-6E8A-4147-A177-3AD203B41FA5}">
                      <a16:colId xmlns:a16="http://schemas.microsoft.com/office/drawing/2014/main" val="1466972293"/>
                    </a:ext>
                  </a:extLst>
                </a:gridCol>
              </a:tblGrid>
              <a:tr h="2199249">
                <a:tc>
                  <a:txBody>
                    <a:bodyPr/>
                    <a:lstStyle/>
                    <a:p>
                      <a:pPr algn="ctr"/>
                      <a:r>
                        <a:rPr lang="en-US" sz="1400" dirty="0">
                          <a:solidFill>
                            <a:schemeClr val="tx1"/>
                          </a:solidFill>
                          <a:highlight>
                            <a:srgbClr val="C0C0C0"/>
                          </a:highlight>
                        </a:rPr>
                        <a:t>GAPS:</a:t>
                      </a:r>
                    </a:p>
                    <a:p>
                      <a:pPr marL="285750" indent="-285750" algn="l">
                        <a:buFont typeface="Arial" panose="020B0604020202020204" pitchFamily="34" charset="0"/>
                        <a:buChar char="•"/>
                      </a:pPr>
                      <a:r>
                        <a:rPr lang="en-US" sz="800" b="0" dirty="0">
                          <a:solidFill>
                            <a:schemeClr val="tx1"/>
                          </a:solidFill>
                        </a:rPr>
                        <a:t>PG HQ to establish or formally allocate J-Staff support to SBTDWS to enable ADWC functions.</a:t>
                      </a:r>
                    </a:p>
                    <a:p>
                      <a:pPr marL="285750" indent="-285750" algn="l">
                        <a:buFont typeface="Arial" panose="020B0604020202020204" pitchFamily="34" charset="0"/>
                        <a:buChar char="•"/>
                      </a:pPr>
                      <a:r>
                        <a:rPr lang="en-US" sz="800" b="0" dirty="0">
                          <a:solidFill>
                            <a:schemeClr val="tx1"/>
                          </a:solidFill>
                        </a:rPr>
                        <a:t>SBTDWS to develop the concept and raising plan for the future PG UW unit, in coordination with SOC handover and Component Command, decision point NLT Q4 26.</a:t>
                      </a:r>
                    </a:p>
                    <a:p>
                      <a:pPr marL="285750" indent="-285750" algn="l">
                        <a:buFont typeface="Arial" panose="020B0604020202020204" pitchFamily="34" charset="0"/>
                        <a:buChar char="•"/>
                      </a:pPr>
                      <a:r>
                        <a:rPr lang="en-US" sz="800" b="0" dirty="0">
                          <a:solidFill>
                            <a:schemeClr val="tx1"/>
                          </a:solidFill>
                        </a:rPr>
                        <a:t>J7 to lead, with SBTDWS, the development of an OT capability nested within the PG LVC training architecture, IOC NLT Q2 27.</a:t>
                      </a:r>
                    </a:p>
                    <a:p>
                      <a:pPr marL="285750" indent="-285750" algn="l">
                        <a:buFont typeface="Arial" panose="020B0604020202020204" pitchFamily="34" charset="0"/>
                        <a:buChar char="•"/>
                      </a:pPr>
                      <a:r>
                        <a:rPr lang="en-US" sz="800" b="0" dirty="0">
                          <a:solidFill>
                            <a:schemeClr val="tx1"/>
                          </a:solidFill>
                        </a:rPr>
                        <a:t>SBTDWS to develop a HICON/EXCON capability nested within J7's LVC architecture, capable of supporting below-</a:t>
                      </a:r>
                      <a:r>
                        <a:rPr lang="en-US" sz="800" b="0" dirty="0" err="1">
                          <a:solidFill>
                            <a:schemeClr val="tx1"/>
                          </a:solidFill>
                        </a:rPr>
                        <a:t>Bde</a:t>
                      </a:r>
                      <a:r>
                        <a:rPr lang="en-US" sz="800" b="0" dirty="0">
                          <a:solidFill>
                            <a:schemeClr val="tx1"/>
                          </a:solidFill>
                        </a:rPr>
                        <a:t> SAG validation by Q4 28.</a:t>
                      </a:r>
                    </a:p>
                    <a:p>
                      <a:pPr marL="285750" indent="-285750" algn="l">
                        <a:buFont typeface="Arial" panose="020B0604020202020204" pitchFamily="34" charset="0"/>
                        <a:buChar char="•"/>
                      </a:pPr>
                      <a:r>
                        <a:rPr lang="en-US" sz="800" b="0" dirty="0">
                          <a:solidFill>
                            <a:schemeClr val="tx1"/>
                          </a:solidFill>
                        </a:rPr>
                        <a:t>J3 WDC to establish experimentation governance and methodology for SBTDWS tactical experimentation under FDC 5; first governed serial NLT Q1 27. SBTDWS to develop the </a:t>
                      </a:r>
                      <a:r>
                        <a:rPr lang="en-US" sz="800" b="0" dirty="0" err="1">
                          <a:solidFill>
                            <a:schemeClr val="tx1"/>
                          </a:solidFill>
                        </a:rPr>
                        <a:t>Makhlab</a:t>
                      </a:r>
                      <a:r>
                        <a:rPr lang="en-US" sz="800" b="0" dirty="0">
                          <a:solidFill>
                            <a:schemeClr val="tx1"/>
                          </a:solidFill>
                        </a:rPr>
                        <a:t> 1 Proof of Concept framework as the operating model for FDC 5.</a:t>
                      </a:r>
                    </a:p>
                    <a:p>
                      <a:pPr marL="285750" indent="-285750" algn="l">
                        <a:buFont typeface="Arial" panose="020B0604020202020204" pitchFamily="34" charset="0"/>
                        <a:buChar char="•"/>
                      </a:pPr>
                      <a:r>
                        <a:rPr lang="en-US" sz="800" b="1" dirty="0">
                          <a:solidFill>
                            <a:schemeClr val="tx1"/>
                          </a:solidFill>
                        </a:rPr>
                        <a:t>All-domain training enablers (digital spine). </a:t>
                      </a:r>
                      <a:r>
                        <a:rPr lang="en-US" sz="800" b="0" dirty="0">
                          <a:solidFill>
                            <a:schemeClr val="tx1"/>
                          </a:solidFill>
                        </a:rPr>
                        <a:t>Cyber, EMS, and digital integration overlays are wholly dependent on the J6 Digital Backbone (C4I, digital spine, </a:t>
                      </a:r>
                      <a:r>
                        <a:rPr lang="en-US" sz="800" b="0" dirty="0" err="1">
                          <a:solidFill>
                            <a:schemeClr val="tx1"/>
                          </a:solidFill>
                        </a:rPr>
                        <a:t>organisational</a:t>
                      </a:r>
                      <a:r>
                        <a:rPr lang="en-US" sz="800" b="0" dirty="0">
                          <a:solidFill>
                            <a:schemeClr val="tx1"/>
                          </a:solidFill>
                        </a:rPr>
                        <a:t> </a:t>
                      </a:r>
                      <a:r>
                        <a:rPr lang="en-US" sz="800" b="0" dirty="0" err="1">
                          <a:solidFill>
                            <a:schemeClr val="tx1"/>
                          </a:solidFill>
                        </a:rPr>
                        <a:t>digitisation</a:t>
                      </a:r>
                      <a:r>
                        <a:rPr lang="en-US" sz="800" b="0" dirty="0">
                          <a:solidFill>
                            <a:schemeClr val="tx1"/>
                          </a:solidFill>
                        </a:rPr>
                        <a:t>). These cannot be self-generated by SBTDWS.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highlight>
                            <a:srgbClr val="C0C0C0"/>
                          </a:highlight>
                        </a:rPr>
                        <a:t>LINKAGES:</a:t>
                      </a:r>
                      <a:endParaRPr lang="en-US" sz="1400" dirty="0">
                        <a:solidFill>
                          <a:schemeClr val="tx1"/>
                        </a:solidFill>
                      </a:endParaRPr>
                    </a:p>
                    <a:p>
                      <a:pPr marL="285750" indent="-285750" algn="l">
                        <a:buFont typeface="Arial" panose="020B0604020202020204" pitchFamily="34" charset="0"/>
                        <a:buChar char="•"/>
                      </a:pPr>
                      <a:r>
                        <a:rPr lang="en-US" sz="800" b="0" dirty="0">
                          <a:solidFill>
                            <a:schemeClr val="tx1"/>
                          </a:solidFill>
                        </a:rPr>
                        <a:t>J7. SBTDWS's OT, HICON, EXCON and Hameem mission-rehearsal builds must all nest within J7's LVC architecture. Multiple efficiency opportunities — shared scenario design, common HICON/EXCON tooling, common OT standards, shared instrumentation, and a unified PG certification ladder from sub-unit to JTF.</a:t>
                      </a:r>
                    </a:p>
                    <a:p>
                      <a:pPr marL="285750" indent="-285750" algn="l">
                        <a:buFont typeface="Arial" panose="020B0604020202020204" pitchFamily="34" charset="0"/>
                        <a:buChar char="•"/>
                      </a:pPr>
                      <a:r>
                        <a:rPr lang="en-US" sz="800" b="0" dirty="0">
                          <a:solidFill>
                            <a:schemeClr val="tx1"/>
                          </a:solidFill>
                        </a:rPr>
                        <a:t>J3 Warfare Development Centre. All SBTDWS tactical experimentation triggered by — and governed under — J3 WDC. ADWC becomes the field execution arm; J3 WDC owns the doctrinal feedback loop. Avoids duplication and gives experimentation authority.</a:t>
                      </a:r>
                    </a:p>
                    <a:p>
                      <a:pPr marL="285750" indent="-285750" algn="l">
                        <a:buFont typeface="Arial" panose="020B0604020202020204" pitchFamily="34" charset="0"/>
                        <a:buChar char="•"/>
                      </a:pPr>
                      <a:r>
                        <a:rPr lang="en-US" sz="800" b="0" dirty="0">
                          <a:solidFill>
                            <a:schemeClr val="tx1"/>
                          </a:solidFill>
                        </a:rPr>
                        <a:t>PGI (IWTC). SBTDWS and PGI's IWTC together own Raise / Train / Sustain / Validate for SAG 9 (UW) and SAG 10 (R&amp;CB). Working split: PGI delivers individual training; SBTDWS delivers collective training and validation. Operational C2 sits with the relevant PG Component Command. This split offers a single, coherent doctrine-to-validation pathway.</a:t>
                      </a:r>
                    </a:p>
                    <a:p>
                      <a:pPr marL="285750" indent="-285750" algn="l">
                        <a:buFont typeface="Arial" panose="020B0604020202020204" pitchFamily="34" charset="0"/>
                        <a:buChar char="•"/>
                      </a:pPr>
                      <a:r>
                        <a:rPr lang="en-US" sz="800" b="0" dirty="0">
                          <a:solidFill>
                            <a:schemeClr val="tx1"/>
                          </a:solidFill>
                        </a:rPr>
                        <a:t>Science and Technology Centre (STC) / Innovation Command. Strong habitual relationship for innovation and T&amp;E. STC will fold into the future Innovation Command when stood up; until that point SBTDWS retains the relationship via FDC 5 / </a:t>
                      </a:r>
                      <a:r>
                        <a:rPr lang="en-US" sz="800" b="0" dirty="0" err="1">
                          <a:solidFill>
                            <a:schemeClr val="tx1"/>
                          </a:solidFill>
                        </a:rPr>
                        <a:t>Makhlab</a:t>
                      </a:r>
                      <a:r>
                        <a:rPr lang="en-US" sz="800" b="0" dirty="0">
                          <a:solidFill>
                            <a:schemeClr val="tx1"/>
                          </a:solidFill>
                        </a:rPr>
                        <a:t> 1. Not co-located at Hameem.</a:t>
                      </a:r>
                    </a:p>
                    <a:p>
                      <a:pPr marL="285750" indent="-285750" algn="l">
                        <a:buFont typeface="Arial" panose="020B0604020202020204" pitchFamily="34" charset="0"/>
                        <a:buChar char="•"/>
                      </a:pPr>
                      <a:r>
                        <a:rPr lang="en-US" sz="800" b="0" dirty="0">
                          <a:solidFill>
                            <a:schemeClr val="tx1"/>
                          </a:solidFill>
                        </a:rPr>
                        <a:t>PG Units. SBTDWS holds SAG 9 &amp; 10 SRO and must train forces operating alongside or in support of all PG units holding IW/UW or R&amp;CB tasks. Shared exercises, shared training areas, aligned standards — mirrors the AF/HBE shared-enabler model cited in the example. Mission exploitation lessons, deployment-readiness gaps and unit training needs as routine inputs into SBTDWS </a:t>
                      </a:r>
                      <a:r>
                        <a:rPr lang="en-US" sz="800" b="0" dirty="0" err="1">
                          <a:solidFill>
                            <a:schemeClr val="tx1"/>
                          </a:solidFill>
                        </a:rPr>
                        <a:t>programme</a:t>
                      </a:r>
                      <a:r>
                        <a:rPr lang="en-US" sz="800" b="0" dirty="0">
                          <a:solidFill>
                            <a:schemeClr val="tx1"/>
                          </a:solidFill>
                        </a:rPr>
                        <a:t>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372193"/>
                  </a:ext>
                </a:extLst>
              </a:tr>
              <a:tr h="2437006">
                <a:tc>
                  <a:txBody>
                    <a:bodyPr/>
                    <a:lstStyle/>
                    <a:p>
                      <a:pPr algn="ctr"/>
                      <a:r>
                        <a:rPr lang="en-US" sz="1400" b="1" dirty="0">
                          <a:solidFill>
                            <a:schemeClr val="tx1"/>
                          </a:solidFill>
                          <a:highlight>
                            <a:srgbClr val="C0C0C0"/>
                          </a:highlight>
                        </a:rPr>
                        <a:t>DEPENDENCIES</a:t>
                      </a:r>
                      <a:r>
                        <a:rPr lang="en-US" sz="1400" dirty="0">
                          <a:solidFill>
                            <a:schemeClr val="tx1"/>
                          </a:solidFill>
                          <a:highlight>
                            <a:srgbClr val="C0C0C0"/>
                          </a:highlight>
                        </a:rPr>
                        <a:t>:</a:t>
                      </a:r>
                      <a:endParaRPr lang="en-US" dirty="0">
                        <a:solidFill>
                          <a:schemeClr val="tx1"/>
                        </a:solidFill>
                      </a:endParaRPr>
                    </a:p>
                    <a:p>
                      <a:pPr marL="285750" indent="-285750" algn="l">
                        <a:buFont typeface="Arial" panose="020B0604020202020204" pitchFamily="34" charset="0"/>
                        <a:buChar char="•"/>
                      </a:pPr>
                      <a:r>
                        <a:rPr lang="en-US" sz="800" dirty="0">
                          <a:solidFill>
                            <a:schemeClr val="tx1"/>
                          </a:solidFill>
                        </a:rPr>
                        <a:t>J7 LVC architecture. SBTDWS's OT, HICON, EXCON and Hameem mission-rehearsal builds are wholly dependent on J7 establishing and leading the PG LVC training model. Without this, SBTDWS cannot nest its capability builds coherently and risks duplicative or non-interoperable infrastructure.</a:t>
                      </a:r>
                    </a:p>
                    <a:p>
                      <a:pPr marL="285750" indent="-285750" algn="l">
                        <a:buFont typeface="Arial" panose="020B0604020202020204" pitchFamily="34" charset="0"/>
                        <a:buChar char="•"/>
                      </a:pPr>
                      <a:r>
                        <a:rPr lang="en-US" sz="800" dirty="0">
                          <a:solidFill>
                            <a:schemeClr val="tx1"/>
                          </a:solidFill>
                        </a:rPr>
                        <a:t>J6 Digital Backbone. All-domain training overlays (cyber, space, EMS), C4I integration, </a:t>
                      </a:r>
                      <a:r>
                        <a:rPr lang="en-US" sz="800" dirty="0" err="1">
                          <a:solidFill>
                            <a:schemeClr val="tx1"/>
                          </a:solidFill>
                        </a:rPr>
                        <a:t>organisational</a:t>
                      </a:r>
                      <a:r>
                        <a:rPr lang="en-US" sz="800" dirty="0">
                          <a:solidFill>
                            <a:schemeClr val="tx1"/>
                          </a:solidFill>
                        </a:rPr>
                        <a:t> </a:t>
                      </a:r>
                      <a:r>
                        <a:rPr lang="en-US" sz="800" dirty="0" err="1">
                          <a:solidFill>
                            <a:schemeClr val="tx1"/>
                          </a:solidFill>
                        </a:rPr>
                        <a:t>digitisation</a:t>
                      </a:r>
                      <a:r>
                        <a:rPr lang="en-US" sz="800" dirty="0">
                          <a:solidFill>
                            <a:schemeClr val="tx1"/>
                          </a:solidFill>
                        </a:rPr>
                        <a:t> and any LVC connectivity at Hameem depend on the J6 Digital Backbone.</a:t>
                      </a:r>
                    </a:p>
                    <a:p>
                      <a:pPr marL="285750" indent="-285750" algn="l">
                        <a:buFont typeface="Arial" panose="020B0604020202020204" pitchFamily="34" charset="0"/>
                        <a:buChar char="•"/>
                      </a:pPr>
                      <a:r>
                        <a:rPr lang="en-US" sz="800" dirty="0">
                          <a:solidFill>
                            <a:schemeClr val="tx1"/>
                          </a:solidFill>
                        </a:rPr>
                        <a:t>J3 WDC stand-up &amp; governance. FDC 5 experimentation depends on a functioning WDC providing the governance framework, trigger mechanism and feedback loop. </a:t>
                      </a:r>
                      <a:r>
                        <a:rPr lang="en-US" sz="800" dirty="0" err="1">
                          <a:solidFill>
                            <a:schemeClr val="tx1"/>
                          </a:solidFill>
                        </a:rPr>
                        <a:t>Makhlab</a:t>
                      </a:r>
                      <a:r>
                        <a:rPr lang="en-US" sz="800" dirty="0">
                          <a:solidFill>
                            <a:schemeClr val="tx1"/>
                          </a:solidFill>
                        </a:rPr>
                        <a:t> 1 POC framework is the SBTDWS operating model nested under WDC governance.</a:t>
                      </a:r>
                    </a:p>
                    <a:p>
                      <a:pPr marL="285750" indent="-285750" algn="l">
                        <a:buFont typeface="Arial" panose="020B0604020202020204" pitchFamily="34" charset="0"/>
                        <a:buChar char="•"/>
                      </a:pPr>
                      <a:r>
                        <a:rPr lang="en-US" sz="800" dirty="0">
                          <a:solidFill>
                            <a:schemeClr val="tx1"/>
                          </a:solidFill>
                        </a:rPr>
                        <a:t>PG HQ J-Staff support decision. Whether SBTDWS gains organic J-Staff or receives allocated support is a structural dependency that gates every other LOE.</a:t>
                      </a:r>
                    </a:p>
                    <a:p>
                      <a:pPr marL="285750" indent="-285750" algn="l">
                        <a:buFont typeface="Arial" panose="020B0604020202020204" pitchFamily="34" charset="0"/>
                        <a:buChar char="•"/>
                      </a:pPr>
                      <a:r>
                        <a:rPr lang="en-US" sz="800" dirty="0">
                          <a:solidFill>
                            <a:schemeClr val="tx1"/>
                          </a:solidFill>
                        </a:rPr>
                        <a:t>SAG 9 / SAG 10 standards endorsement. Validation is only meaningful if conducted against command-endorsed standards with reporting authority. SBTDWS depends on Higher HQ / Readiness Governance to define and </a:t>
                      </a:r>
                      <a:r>
                        <a:rPr lang="en-US" sz="800" dirty="0" err="1">
                          <a:solidFill>
                            <a:schemeClr val="tx1"/>
                          </a:solidFill>
                        </a:rPr>
                        <a:t>authorise</a:t>
                      </a:r>
                      <a:r>
                        <a:rPr lang="en-US" sz="800" dirty="0">
                          <a:solidFill>
                            <a:schemeClr val="tx1"/>
                          </a:solidFill>
                        </a:rPr>
                        <a:t> these.</a:t>
                      </a:r>
                    </a:p>
                    <a:p>
                      <a:pPr marL="285750" indent="-285750" algn="l">
                        <a:buFont typeface="Arial" panose="020B0604020202020204" pitchFamily="34" charset="0"/>
                        <a:buChar char="•"/>
                      </a:pPr>
                      <a:r>
                        <a:rPr lang="en-US" sz="800" dirty="0">
                          <a:solidFill>
                            <a:schemeClr val="tx1"/>
                          </a:solidFill>
                        </a:rPr>
                        <a:t>PGI / IWTC course alignment. Validation pathway depends on PGI delivering the individual training element to a standard SBTDWS can build on collectively.</a:t>
                      </a:r>
                    </a:p>
                    <a:p>
                      <a:pPr marL="285750" indent="-285750" algn="l">
                        <a:buFont typeface="Arial" panose="020B0604020202020204" pitchFamily="34" charset="0"/>
                        <a:buChar char="•"/>
                      </a:pPr>
                      <a:r>
                        <a:rPr lang="en-US" sz="800" dirty="0">
                          <a:solidFill>
                            <a:schemeClr val="tx1"/>
                          </a:solidFill>
                        </a:rPr>
                        <a:t>Innovation Command stand-up (timing). STC's eventual fold-in to Innovation Command will affect the long-term governance of the SBTDWS–STC habitual relationship. SBTDWS needs visibility on this timing to plan accordingly.</a:t>
                      </a:r>
                    </a:p>
                    <a:p>
                      <a:pPr marL="285750" indent="-285750" algn="l">
                        <a:buFont typeface="Arial" panose="020B0604020202020204" pitchFamily="34" charset="0"/>
                        <a:buChar char="•"/>
                      </a:pPr>
                      <a:r>
                        <a:rPr lang="en-US" sz="800" dirty="0">
                          <a:solidFill>
                            <a:schemeClr val="tx1"/>
                          </a:solidFill>
                        </a:rPr>
                        <a:t>Hameem capital funding &amp; approvals. Infrastructure investment exceeds SBTDWS budget authority — depends on PG-level capital planning, with J7 as the LVC architectural authority.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solidFill>
                            <a:schemeClr val="tx1"/>
                          </a:solidFill>
                          <a:highlight>
                            <a:srgbClr val="C0C0C0"/>
                          </a:highlight>
                        </a:rPr>
                        <a:t>KEY TIMINGS, MILESTONES &amp; DELIVERABLES</a:t>
                      </a:r>
                      <a:r>
                        <a:rPr lang="en-US" sz="1400" dirty="0">
                          <a:solidFill>
                            <a:schemeClr val="tx1"/>
                          </a:solidFill>
                          <a:highlight>
                            <a:srgbClr val="C0C0C0"/>
                          </a:highlight>
                        </a:rPr>
                        <a:t>:</a:t>
                      </a:r>
                    </a:p>
                    <a:p>
                      <a:pPr algn="l"/>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6889514"/>
                  </a:ext>
                </a:extLst>
              </a:tr>
              <a:tr h="1145706">
                <a:tc gridSpan="2">
                  <a:txBody>
                    <a:bodyPr/>
                    <a:lstStyle/>
                    <a:p>
                      <a:pPr marL="0" indent="0" algn="ctr">
                        <a:buFontTx/>
                        <a:buNone/>
                      </a:pPr>
                      <a:r>
                        <a:rPr lang="en-US" sz="1400" b="1" dirty="0">
                          <a:solidFill>
                            <a:schemeClr val="tx1"/>
                          </a:solidFill>
                          <a:highlight>
                            <a:srgbClr val="C0C0C0"/>
                          </a:highlight>
                        </a:rPr>
                        <a:t>COMMENTS/ ISSUES/ CONCERNS</a:t>
                      </a:r>
                      <a:r>
                        <a:rPr lang="en-US" sz="1400" dirty="0">
                          <a:solidFill>
                            <a:schemeClr val="tx1"/>
                          </a:solidFill>
                          <a:highlight>
                            <a:srgbClr val="C0C0C0"/>
                          </a:highlight>
                        </a:rPr>
                        <a:t>:</a:t>
                      </a:r>
                      <a:endParaRPr lang="en-US" sz="800" dirty="0">
                        <a:solidFill>
                          <a:schemeClr val="tx1"/>
                        </a:solidFill>
                      </a:endParaRPr>
                    </a:p>
                    <a:p>
                      <a:pPr marL="285750" indent="-285750" algn="l">
                        <a:buFont typeface="Arial" panose="020B0604020202020204" pitchFamily="34" charset="0"/>
                        <a:buChar char="•"/>
                      </a:pPr>
                      <a:r>
                        <a:rPr lang="en-US" sz="800" dirty="0">
                          <a:solidFill>
                            <a:schemeClr val="tx1"/>
                          </a:solidFill>
                        </a:rPr>
                        <a:t>Pl(-) IW capability vs UW capability — clarification required. Each unit is being directed to grow a Pl(-) IW capability. Working assumption is that this is separate from the UW capability being handed off from SOC, but this needs explicit clarification from Higher HQ. The split has direct implications for SBTDWS's RTSV responsibilities and for what PGI's IWTC delivers at the individual level.</a:t>
                      </a:r>
                    </a:p>
                    <a:p>
                      <a:pPr marL="285750" indent="-285750" algn="l">
                        <a:buFont typeface="Arial" panose="020B0604020202020204" pitchFamily="34" charset="0"/>
                        <a:buChar char="•"/>
                      </a:pPr>
                      <a:r>
                        <a:rPr lang="en-US" sz="800" dirty="0">
                          <a:solidFill>
                            <a:schemeClr val="tx1"/>
                          </a:solidFill>
                        </a:rPr>
                        <a:t>The "All Domain Warfare Centre" name creates an expectation gap. SBTDWS has access to land and air only in the near term. Cyber, EMS, space remain dependent on J6 Digital Backbone. Recommend a name that does not promise what we cannot yet deliver.</a:t>
                      </a:r>
                    </a:p>
                    <a:p>
                      <a:pPr marL="285750" indent="-285750" algn="l">
                        <a:buFont typeface="Arial" panose="020B0604020202020204" pitchFamily="34" charset="0"/>
                        <a:buChar char="•"/>
                      </a:pPr>
                      <a:r>
                        <a:rPr lang="en-US" sz="800" dirty="0">
                          <a:solidFill>
                            <a:schemeClr val="tx1"/>
                          </a:solidFill>
                        </a:rPr>
                        <a:t>Direction is flexible — use that wisely. SBTDWS should not over-commit to deliverables it cannot resource.</a:t>
                      </a:r>
                    </a:p>
                    <a:p>
                      <a:pPr marL="285750" indent="-285750" algn="l">
                        <a:buFont typeface="Arial" panose="020B0604020202020204" pitchFamily="34" charset="0"/>
                        <a:buChar char="•"/>
                      </a:pPr>
                      <a:r>
                        <a:rPr lang="en-US" sz="800" dirty="0">
                          <a:solidFill>
                            <a:schemeClr val="tx1"/>
                          </a:solidFill>
                        </a:rPr>
                        <a:t>Summer / Ramadan windows are an opportunity. Repurposable for instructor development, simulation, planning and experimentation prep — quick win, no new resources.</a:t>
                      </a:r>
                    </a:p>
                    <a:p>
                      <a:pPr marL="285750" indent="-285750" algn="l">
                        <a:buFont typeface="Arial" panose="020B0604020202020204" pitchFamily="34" charset="0"/>
                        <a:buChar char="•"/>
                      </a:pPr>
                      <a:r>
                        <a:rPr lang="en-US" sz="800" dirty="0">
                          <a:solidFill>
                            <a:schemeClr val="tx1"/>
                          </a:solidFill>
                        </a:rPr>
                        <a:t>SBTDWS holds a single point of failure. SAG 9 &amp; 10 SRO, the UW unit raising mission, FDC 5 Tactical Experimentation lead, and Hameem LVC site delivery all sit on one unit. Under-resourcing puts all of these at risk simultaneously.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285750" indent="-285750" algn="ctr">
                        <a:buFont typeface="Arial" panose="020B0604020202020204" pitchFamily="34" charset="0"/>
                        <a:buChar char="•"/>
                      </a:pP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1973256"/>
                  </a:ext>
                </a:extLst>
              </a:tr>
            </a:tbl>
          </a:graphicData>
        </a:graphic>
      </p:graphicFrame>
      <p:sp>
        <p:nvSpPr>
          <p:cNvPr id="10" name="Rectangle 9">
            <a:extLst>
              <a:ext uri="{FF2B5EF4-FFF2-40B4-BE49-F238E27FC236}">
                <a16:creationId xmlns:a16="http://schemas.microsoft.com/office/drawing/2014/main" id="{B19EE3A2-D13A-78E9-9FCD-3CCEBE855248}"/>
              </a:ext>
            </a:extLst>
          </p:cNvPr>
          <p:cNvSpPr/>
          <p:nvPr/>
        </p:nvSpPr>
        <p:spPr>
          <a:xfrm>
            <a:off x="863330" y="277582"/>
            <a:ext cx="11143943" cy="61834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solidFill>
              </a:rPr>
              <a:t>SBTDWS will extend its scope from training PG force elements to operate in the desert environment to enabling them to prosecute All Domain Warfare. This will focus on training and validating PG units’ ability to conduct effective operations which </a:t>
            </a:r>
            <a:r>
              <a:rPr lang="en-US" sz="1200" i="1" dirty="0" err="1">
                <a:solidFill>
                  <a:schemeClr val="tx1"/>
                </a:solidFill>
              </a:rPr>
              <a:t>synchronise</a:t>
            </a:r>
            <a:r>
              <a:rPr lang="en-US" sz="1200" i="1" dirty="0">
                <a:solidFill>
                  <a:schemeClr val="tx1"/>
                </a:solidFill>
              </a:rPr>
              <a:t> effects in all 6 domains - to ensure they are capable of successfully waging Sixth generation Warfare (6GW). To reflect this expanded remit, SBTDWS will be referred to as the PG ‘All Domain Warfare Centre’ (ADWC) by 2030.</a:t>
            </a:r>
            <a:endParaRPr lang="en-US" sz="1200" dirty="0">
              <a:solidFill>
                <a:schemeClr val="tx1"/>
              </a:solidFill>
            </a:endParaRPr>
          </a:p>
        </p:txBody>
      </p:sp>
      <p:pic>
        <p:nvPicPr>
          <p:cNvPr id="3" name="Picture 2">
            <a:extLst>
              <a:ext uri="{FF2B5EF4-FFF2-40B4-BE49-F238E27FC236}">
                <a16:creationId xmlns:a16="http://schemas.microsoft.com/office/drawing/2014/main" id="{2D8B42DC-8095-03AD-006D-547DB79E3AC7}"/>
              </a:ext>
            </a:extLst>
          </p:cNvPr>
          <p:cNvPicPr>
            <a:picLocks noChangeAspect="1"/>
          </p:cNvPicPr>
          <p:nvPr/>
        </p:nvPicPr>
        <p:blipFill>
          <a:blip r:embed="rId3"/>
          <a:stretch>
            <a:fillRect/>
          </a:stretch>
        </p:blipFill>
        <p:spPr>
          <a:xfrm>
            <a:off x="6092043" y="3447472"/>
            <a:ext cx="6035303" cy="2232455"/>
          </a:xfrm>
          <a:prstGeom prst="rect">
            <a:avLst/>
          </a:prstGeom>
        </p:spPr>
      </p:pic>
    </p:spTree>
    <p:extLst>
      <p:ext uri="{BB962C8B-B14F-4D97-AF65-F5344CB8AC3E}">
        <p14:creationId xmlns:p14="http://schemas.microsoft.com/office/powerpoint/2010/main" val="3629177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6F13B-6A0F-4A78-D9EA-F5148E502834}"/>
            </a:ext>
          </a:extLst>
        </p:cNvPr>
        <p:cNvGrpSpPr/>
        <p:nvPr/>
      </p:nvGrpSpPr>
      <p:grpSpPr>
        <a:xfrm>
          <a:off x="0" y="0"/>
          <a:ext cx="0" cy="0"/>
          <a:chOff x="0" y="0"/>
          <a:chExt cx="0" cy="0"/>
        </a:xfrm>
      </p:grpSpPr>
      <p:pic>
        <p:nvPicPr>
          <p:cNvPr id="5" name="Picture 4" descr="A shield with a picture of a bird and a sword&#10;&#10;AI-generated content may be incorrect.">
            <a:extLst>
              <a:ext uri="{FF2B5EF4-FFF2-40B4-BE49-F238E27FC236}">
                <a16:creationId xmlns:a16="http://schemas.microsoft.com/office/drawing/2014/main" id="{0812C15A-B088-3E7B-9CCB-0CC95DE7D104}"/>
              </a:ext>
            </a:extLst>
          </p:cNvPr>
          <p:cNvPicPr>
            <a:picLocks noChangeAspect="1"/>
          </p:cNvPicPr>
          <p:nvPr/>
        </p:nvPicPr>
        <p:blipFill>
          <a:blip r:embed="rId2"/>
          <a:stretch>
            <a:fillRect/>
          </a:stretch>
        </p:blipFill>
        <p:spPr>
          <a:xfrm>
            <a:off x="56740" y="48128"/>
            <a:ext cx="806590" cy="1034716"/>
          </a:xfrm>
          <a:prstGeom prst="rect">
            <a:avLst/>
          </a:prstGeom>
        </p:spPr>
      </p:pic>
      <p:sp>
        <p:nvSpPr>
          <p:cNvPr id="2" name="TextBox 1">
            <a:extLst>
              <a:ext uri="{FF2B5EF4-FFF2-40B4-BE49-F238E27FC236}">
                <a16:creationId xmlns:a16="http://schemas.microsoft.com/office/drawing/2014/main" id="{571C62D0-19DC-78AD-76CE-2CBCF4640DB3}"/>
              </a:ext>
            </a:extLst>
          </p:cNvPr>
          <p:cNvSpPr txBox="1"/>
          <p:nvPr/>
        </p:nvSpPr>
        <p:spPr>
          <a:xfrm>
            <a:off x="1730312" y="48128"/>
            <a:ext cx="8731374" cy="461665"/>
          </a:xfrm>
          <a:prstGeom prst="rect">
            <a:avLst/>
          </a:prstGeom>
          <a:noFill/>
        </p:spPr>
        <p:txBody>
          <a:bodyPr wrap="square" rtlCol="0">
            <a:spAutoFit/>
          </a:bodyPr>
          <a:lstStyle/>
          <a:p>
            <a:pPr algn="ctr"/>
            <a:r>
              <a:rPr lang="en-US" sz="2400" b="1" dirty="0"/>
              <a:t>SBTDWS TRANSFORMATION TIMELINE </a:t>
            </a:r>
          </a:p>
        </p:txBody>
      </p:sp>
      <p:graphicFrame>
        <p:nvGraphicFramePr>
          <p:cNvPr id="3" name="Table 2">
            <a:extLst>
              <a:ext uri="{FF2B5EF4-FFF2-40B4-BE49-F238E27FC236}">
                <a16:creationId xmlns:a16="http://schemas.microsoft.com/office/drawing/2014/main" id="{2FF37E38-46E1-556A-0048-B064E79273EF}"/>
              </a:ext>
            </a:extLst>
          </p:cNvPr>
          <p:cNvGraphicFramePr>
            <a:graphicFrameLocks noGrp="1"/>
          </p:cNvGraphicFramePr>
          <p:nvPr>
            <p:extLst>
              <p:ext uri="{D42A27DB-BD31-4B8C-83A1-F6EECF244321}">
                <p14:modId xmlns:p14="http://schemas.microsoft.com/office/powerpoint/2010/main" val="3890011476"/>
              </p:ext>
            </p:extLst>
          </p:nvPr>
        </p:nvGraphicFramePr>
        <p:xfrm>
          <a:off x="1526372" y="2092680"/>
          <a:ext cx="10211037" cy="4390964"/>
        </p:xfrm>
        <a:graphic>
          <a:graphicData uri="http://schemas.openxmlformats.org/drawingml/2006/table">
            <a:tbl>
              <a:tblPr firstRow="1" bandRow="1">
                <a:tableStyleId>{5C22544A-7EE6-4342-B048-85BDC9FD1C3A}</a:tableStyleId>
              </a:tblPr>
              <a:tblGrid>
                <a:gridCol w="727301">
                  <a:extLst>
                    <a:ext uri="{9D8B030D-6E8A-4147-A177-3AD203B41FA5}">
                      <a16:colId xmlns:a16="http://schemas.microsoft.com/office/drawing/2014/main" val="3242620947"/>
                    </a:ext>
                  </a:extLst>
                </a:gridCol>
                <a:gridCol w="720436">
                  <a:extLst>
                    <a:ext uri="{9D8B030D-6E8A-4147-A177-3AD203B41FA5}">
                      <a16:colId xmlns:a16="http://schemas.microsoft.com/office/drawing/2014/main" val="2310970875"/>
                    </a:ext>
                  </a:extLst>
                </a:gridCol>
                <a:gridCol w="1366982">
                  <a:extLst>
                    <a:ext uri="{9D8B030D-6E8A-4147-A177-3AD203B41FA5}">
                      <a16:colId xmlns:a16="http://schemas.microsoft.com/office/drawing/2014/main" val="418087308"/>
                    </a:ext>
                  </a:extLst>
                </a:gridCol>
                <a:gridCol w="1339273">
                  <a:extLst>
                    <a:ext uri="{9D8B030D-6E8A-4147-A177-3AD203B41FA5}">
                      <a16:colId xmlns:a16="http://schemas.microsoft.com/office/drawing/2014/main" val="2497612319"/>
                    </a:ext>
                  </a:extLst>
                </a:gridCol>
                <a:gridCol w="1810327">
                  <a:extLst>
                    <a:ext uri="{9D8B030D-6E8A-4147-A177-3AD203B41FA5}">
                      <a16:colId xmlns:a16="http://schemas.microsoft.com/office/drawing/2014/main" val="2886823319"/>
                    </a:ext>
                  </a:extLst>
                </a:gridCol>
                <a:gridCol w="2241397">
                  <a:extLst>
                    <a:ext uri="{9D8B030D-6E8A-4147-A177-3AD203B41FA5}">
                      <a16:colId xmlns:a16="http://schemas.microsoft.com/office/drawing/2014/main" val="784061152"/>
                    </a:ext>
                  </a:extLst>
                </a:gridCol>
                <a:gridCol w="2005321">
                  <a:extLst>
                    <a:ext uri="{9D8B030D-6E8A-4147-A177-3AD203B41FA5}">
                      <a16:colId xmlns:a16="http://schemas.microsoft.com/office/drawing/2014/main" val="2469592045"/>
                    </a:ext>
                  </a:extLst>
                </a:gridCol>
              </a:tblGrid>
              <a:tr h="435262">
                <a:tc gridSpan="2">
                  <a:txBody>
                    <a:bodyPr/>
                    <a:lstStyle/>
                    <a:p>
                      <a:pPr algn="ctr"/>
                      <a:r>
                        <a:rPr lang="en-US" sz="900" b="1" dirty="0">
                          <a:solidFill>
                            <a:schemeClr val="tx1"/>
                          </a:solidFill>
                        </a:rPr>
                        <a:t>2026</a:t>
                      </a:r>
                    </a:p>
                    <a:p>
                      <a:pPr algn="ctr"/>
                      <a:r>
                        <a:rPr lang="en-US" sz="900" b="1" i="1" dirty="0">
                          <a:solidFill>
                            <a:schemeClr val="tx1">
                              <a:lumMod val="50000"/>
                              <a:lumOff val="50000"/>
                            </a:schemeClr>
                          </a:solidFill>
                        </a:rPr>
                        <a:t>Foundations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lang="en-US" sz="9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2026</a:t>
                      </a:r>
                    </a:p>
                    <a:p>
                      <a:pPr algn="ctr"/>
                      <a:r>
                        <a:rPr lang="en-US" sz="900" b="1" i="1" dirty="0">
                          <a:solidFill>
                            <a:schemeClr val="tx1">
                              <a:lumMod val="50000"/>
                              <a:lumOff val="50000"/>
                            </a:schemeClr>
                          </a:solidFill>
                        </a:rPr>
                        <a:t>Decisions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2027</a:t>
                      </a:r>
                    </a:p>
                    <a:p>
                      <a:pPr algn="ctr"/>
                      <a:r>
                        <a:rPr lang="en-US" sz="900" b="1" i="1" dirty="0">
                          <a:solidFill>
                            <a:schemeClr val="tx1">
                              <a:lumMod val="50000"/>
                              <a:lumOff val="50000"/>
                            </a:schemeClr>
                          </a:solidFill>
                        </a:rPr>
                        <a:t>Build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2027</a:t>
                      </a:r>
                    </a:p>
                    <a:p>
                      <a:pPr algn="ctr"/>
                      <a:r>
                        <a:rPr lang="en-US" sz="900" b="1" i="1" dirty="0">
                          <a:solidFill>
                            <a:schemeClr val="tx1">
                              <a:lumMod val="50000"/>
                              <a:lumOff val="50000"/>
                            </a:schemeClr>
                          </a:solidFill>
                        </a:rPr>
                        <a:t>Endorse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2028</a:t>
                      </a:r>
                    </a:p>
                    <a:p>
                      <a:pPr algn="ctr"/>
                      <a:r>
                        <a:rPr lang="en-US" sz="900" b="1" i="1" dirty="0">
                          <a:solidFill>
                            <a:schemeClr val="tx1">
                              <a:lumMod val="50000"/>
                              <a:lumOff val="50000"/>
                            </a:schemeClr>
                          </a:solidFill>
                        </a:rPr>
                        <a:t>Demonstrate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2029 – 2030</a:t>
                      </a:r>
                    </a:p>
                    <a:p>
                      <a:pPr algn="ctr"/>
                      <a:r>
                        <a:rPr lang="en-US" sz="900" b="1" i="1" dirty="0">
                          <a:solidFill>
                            <a:schemeClr val="tx1">
                              <a:lumMod val="50000"/>
                              <a:lumOff val="50000"/>
                            </a:schemeClr>
                          </a:solidFill>
                        </a:rPr>
                        <a:t>FOC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663755800"/>
                  </a:ext>
                </a:extLst>
              </a:tr>
              <a:tr h="435262">
                <a:tc>
                  <a:txBody>
                    <a:bodyPr/>
                    <a:lstStyle/>
                    <a:p>
                      <a:pPr algn="ctr"/>
                      <a:r>
                        <a:rPr lang="en-US" sz="900" b="1" dirty="0">
                          <a:solidFill>
                            <a:schemeClr val="tx1"/>
                          </a:solidFill>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Q4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H1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rPr>
                        <a:t>H2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9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9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1785872"/>
                  </a:ext>
                </a:extLst>
              </a:tr>
              <a:tr h="488439">
                <a:tc gridSpan="2">
                  <a:txBody>
                    <a:bodyPr/>
                    <a:lstStyle/>
                    <a:p>
                      <a:pPr algn="ctr"/>
                      <a:endParaRPr lang="en-US" sz="9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p>
                      <a:endParaRPr lang="en-US" dirty="0"/>
                    </a:p>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7765169"/>
                  </a:ext>
                </a:extLst>
              </a:tr>
              <a:tr h="502920">
                <a:tc gridSpan="2">
                  <a:txBody>
                    <a:bodyPr/>
                    <a:lstStyle/>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4993729"/>
                  </a:ext>
                </a:extLst>
              </a:tr>
              <a:tr h="502920">
                <a:tc gridSpan="2">
                  <a:txBody>
                    <a:bodyPr/>
                    <a:lstStyle/>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p>
                      <a:endParaRPr lang="en-AE" dirty="0"/>
                    </a:p>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3490770"/>
                  </a:ext>
                </a:extLst>
              </a:tr>
              <a:tr h="502920">
                <a:tc gridSpan="2">
                  <a:txBody>
                    <a:bodyPr/>
                    <a:lstStyle/>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p>
                      <a:pPr algn="ctr"/>
                      <a:endParaRPr lang="en-US" sz="9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p>
                      <a:endParaRPr lang="en-AE" dirty="0"/>
                    </a:p>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5236832"/>
                  </a:ext>
                </a:extLst>
              </a:tr>
            </a:tbl>
          </a:graphicData>
        </a:graphic>
      </p:graphicFrame>
      <p:graphicFrame>
        <p:nvGraphicFramePr>
          <p:cNvPr id="4" name="Table 3">
            <a:extLst>
              <a:ext uri="{FF2B5EF4-FFF2-40B4-BE49-F238E27FC236}">
                <a16:creationId xmlns:a16="http://schemas.microsoft.com/office/drawing/2014/main" id="{DDCEB4AE-F568-DF33-8A61-F4D2E7ED2AC7}"/>
              </a:ext>
            </a:extLst>
          </p:cNvPr>
          <p:cNvGraphicFramePr>
            <a:graphicFrameLocks noGrp="1"/>
          </p:cNvGraphicFramePr>
          <p:nvPr>
            <p:extLst>
              <p:ext uri="{D42A27DB-BD31-4B8C-83A1-F6EECF244321}">
                <p14:modId xmlns:p14="http://schemas.microsoft.com/office/powerpoint/2010/main" val="246996330"/>
              </p:ext>
            </p:extLst>
          </p:nvPr>
        </p:nvGraphicFramePr>
        <p:xfrm>
          <a:off x="222229" y="2962959"/>
          <a:ext cx="1304141" cy="917324"/>
        </p:xfrm>
        <a:graphic>
          <a:graphicData uri="http://schemas.openxmlformats.org/drawingml/2006/table">
            <a:tbl>
              <a:tblPr firstRow="1" bandRow="1">
                <a:tableStyleId>{5C22544A-7EE6-4342-B048-85BDC9FD1C3A}</a:tableStyleId>
              </a:tblPr>
              <a:tblGrid>
                <a:gridCol w="1304141">
                  <a:extLst>
                    <a:ext uri="{9D8B030D-6E8A-4147-A177-3AD203B41FA5}">
                      <a16:colId xmlns:a16="http://schemas.microsoft.com/office/drawing/2014/main" val="360949917"/>
                    </a:ext>
                  </a:extLst>
                </a:gridCol>
              </a:tblGrid>
              <a:tr h="917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rPr>
                        <a:t>LOE 1: FOUNDATIONS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234250"/>
                  </a:ext>
                </a:extLst>
              </a:tr>
            </a:tbl>
          </a:graphicData>
        </a:graphic>
      </p:graphicFrame>
      <p:sp>
        <p:nvSpPr>
          <p:cNvPr id="7" name="5-point Star 6">
            <a:extLst>
              <a:ext uri="{FF2B5EF4-FFF2-40B4-BE49-F238E27FC236}">
                <a16:creationId xmlns:a16="http://schemas.microsoft.com/office/drawing/2014/main" id="{E264A817-0113-5FB1-47B2-E36784251C4F}"/>
              </a:ext>
            </a:extLst>
          </p:cNvPr>
          <p:cNvSpPr/>
          <p:nvPr/>
        </p:nvSpPr>
        <p:spPr>
          <a:xfrm>
            <a:off x="5569618" y="2719080"/>
            <a:ext cx="211756" cy="196516"/>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FF998D6D-2BA7-97A6-8C8F-921068CFB4D1}"/>
              </a:ext>
            </a:extLst>
          </p:cNvPr>
          <p:cNvSpPr/>
          <p:nvPr/>
        </p:nvSpPr>
        <p:spPr>
          <a:xfrm>
            <a:off x="9610566" y="2733593"/>
            <a:ext cx="211756" cy="196516"/>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5-point Star 8">
            <a:extLst>
              <a:ext uri="{FF2B5EF4-FFF2-40B4-BE49-F238E27FC236}">
                <a16:creationId xmlns:a16="http://schemas.microsoft.com/office/drawing/2014/main" id="{546AD8FA-800D-A42A-8476-45B7972269F1}"/>
              </a:ext>
            </a:extLst>
          </p:cNvPr>
          <p:cNvSpPr/>
          <p:nvPr/>
        </p:nvSpPr>
        <p:spPr>
          <a:xfrm>
            <a:off x="11631531" y="2733593"/>
            <a:ext cx="211756" cy="196516"/>
          </a:xfrm>
          <a:prstGeom prst="star5">
            <a:avLst/>
          </a:prstGeom>
          <a:solidFill>
            <a:srgbClr val="92D05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D458D1F-E4B7-EF28-5B86-7734EDAD883E}"/>
              </a:ext>
            </a:extLst>
          </p:cNvPr>
          <p:cNvGrpSpPr/>
          <p:nvPr/>
        </p:nvGrpSpPr>
        <p:grpSpPr>
          <a:xfrm>
            <a:off x="1935419" y="6544190"/>
            <a:ext cx="9220490" cy="265682"/>
            <a:chOff x="2192067" y="4219692"/>
            <a:chExt cx="9220490" cy="265682"/>
          </a:xfrm>
        </p:grpSpPr>
        <p:sp>
          <p:nvSpPr>
            <p:cNvPr id="10" name="5-point Star 9">
              <a:extLst>
                <a:ext uri="{FF2B5EF4-FFF2-40B4-BE49-F238E27FC236}">
                  <a16:creationId xmlns:a16="http://schemas.microsoft.com/office/drawing/2014/main" id="{94FD5F7D-7CE4-8944-B694-6A95F068CBEE}"/>
                </a:ext>
              </a:extLst>
            </p:cNvPr>
            <p:cNvSpPr/>
            <p:nvPr/>
          </p:nvSpPr>
          <p:spPr>
            <a:xfrm>
              <a:off x="2192067" y="4231458"/>
              <a:ext cx="211756" cy="196516"/>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DEC198C7-CAB5-736B-5100-C7E721E5FCD8}"/>
                </a:ext>
              </a:extLst>
            </p:cNvPr>
            <p:cNvSpPr/>
            <p:nvPr/>
          </p:nvSpPr>
          <p:spPr>
            <a:xfrm>
              <a:off x="5571110" y="4236837"/>
              <a:ext cx="211756" cy="196516"/>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5-point Star 12">
              <a:extLst>
                <a:ext uri="{FF2B5EF4-FFF2-40B4-BE49-F238E27FC236}">
                  <a16:creationId xmlns:a16="http://schemas.microsoft.com/office/drawing/2014/main" id="{A8ABFAB6-E163-00AE-7D47-4CD94632BBCD}"/>
                </a:ext>
              </a:extLst>
            </p:cNvPr>
            <p:cNvSpPr/>
            <p:nvPr/>
          </p:nvSpPr>
          <p:spPr>
            <a:xfrm>
              <a:off x="8134196" y="4249492"/>
              <a:ext cx="211756" cy="196516"/>
            </a:xfrm>
            <a:prstGeom prst="star5">
              <a:avLst/>
            </a:prstGeom>
            <a:solidFill>
              <a:srgbClr val="92D05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D71AA00-4242-9D8E-54CF-9EFBF76097C6}"/>
                </a:ext>
              </a:extLst>
            </p:cNvPr>
            <p:cNvSpPr txBox="1"/>
            <p:nvPr/>
          </p:nvSpPr>
          <p:spPr>
            <a:xfrm>
              <a:off x="2493279" y="4231458"/>
              <a:ext cx="2928553" cy="253916"/>
            </a:xfrm>
            <a:prstGeom prst="rect">
              <a:avLst/>
            </a:prstGeom>
            <a:noFill/>
          </p:spPr>
          <p:txBody>
            <a:bodyPr wrap="square" rtlCol="0">
              <a:spAutoFit/>
            </a:bodyPr>
            <a:lstStyle/>
            <a:p>
              <a:r>
                <a:rPr lang="en-US" sz="1050" dirty="0"/>
                <a:t>Minimum Limited Operating Capability (MLOC)</a:t>
              </a:r>
            </a:p>
          </p:txBody>
        </p:sp>
        <p:sp>
          <p:nvSpPr>
            <p:cNvPr id="15" name="TextBox 14">
              <a:extLst>
                <a:ext uri="{FF2B5EF4-FFF2-40B4-BE49-F238E27FC236}">
                  <a16:creationId xmlns:a16="http://schemas.microsoft.com/office/drawing/2014/main" id="{6E460D67-86D1-B6D7-F1CE-50C218FD3806}"/>
                </a:ext>
              </a:extLst>
            </p:cNvPr>
            <p:cNvSpPr txBox="1"/>
            <p:nvPr/>
          </p:nvSpPr>
          <p:spPr>
            <a:xfrm>
              <a:off x="5932144" y="4220792"/>
              <a:ext cx="2928553" cy="253916"/>
            </a:xfrm>
            <a:prstGeom prst="rect">
              <a:avLst/>
            </a:prstGeom>
            <a:noFill/>
          </p:spPr>
          <p:txBody>
            <a:bodyPr wrap="square" rtlCol="0">
              <a:spAutoFit/>
            </a:bodyPr>
            <a:lstStyle/>
            <a:p>
              <a:r>
                <a:rPr lang="en-US" sz="1050" dirty="0"/>
                <a:t>Initial Operating Capability (IOC)</a:t>
              </a:r>
            </a:p>
          </p:txBody>
        </p:sp>
        <p:sp>
          <p:nvSpPr>
            <p:cNvPr id="16" name="TextBox 15">
              <a:extLst>
                <a:ext uri="{FF2B5EF4-FFF2-40B4-BE49-F238E27FC236}">
                  <a16:creationId xmlns:a16="http://schemas.microsoft.com/office/drawing/2014/main" id="{28BAA2DD-69B8-1FCC-3DC3-FBB021654BFE}"/>
                </a:ext>
              </a:extLst>
            </p:cNvPr>
            <p:cNvSpPr txBox="1"/>
            <p:nvPr/>
          </p:nvSpPr>
          <p:spPr>
            <a:xfrm>
              <a:off x="8484004" y="4219692"/>
              <a:ext cx="2928553" cy="253916"/>
            </a:xfrm>
            <a:prstGeom prst="rect">
              <a:avLst/>
            </a:prstGeom>
            <a:noFill/>
          </p:spPr>
          <p:txBody>
            <a:bodyPr wrap="square" rtlCol="0">
              <a:spAutoFit/>
            </a:bodyPr>
            <a:lstStyle/>
            <a:p>
              <a:r>
                <a:rPr lang="en-US" sz="1050" dirty="0"/>
                <a:t>Full Operating Capability (FOC)</a:t>
              </a:r>
            </a:p>
          </p:txBody>
        </p:sp>
      </p:grpSp>
      <p:graphicFrame>
        <p:nvGraphicFramePr>
          <p:cNvPr id="19" name="Table 18">
            <a:extLst>
              <a:ext uri="{FF2B5EF4-FFF2-40B4-BE49-F238E27FC236}">
                <a16:creationId xmlns:a16="http://schemas.microsoft.com/office/drawing/2014/main" id="{E904AC79-4BCF-78B2-694B-18F96C67F811}"/>
              </a:ext>
            </a:extLst>
          </p:cNvPr>
          <p:cNvGraphicFramePr>
            <a:graphicFrameLocks noGrp="1"/>
          </p:cNvGraphicFramePr>
          <p:nvPr>
            <p:extLst>
              <p:ext uri="{D42A27DB-BD31-4B8C-83A1-F6EECF244321}">
                <p14:modId xmlns:p14="http://schemas.microsoft.com/office/powerpoint/2010/main" val="3166977756"/>
              </p:ext>
            </p:extLst>
          </p:nvPr>
        </p:nvGraphicFramePr>
        <p:xfrm>
          <a:off x="222229" y="3880282"/>
          <a:ext cx="1304141" cy="774845"/>
        </p:xfrm>
        <a:graphic>
          <a:graphicData uri="http://schemas.openxmlformats.org/drawingml/2006/table">
            <a:tbl>
              <a:tblPr firstRow="1" bandRow="1">
                <a:tableStyleId>{5C22544A-7EE6-4342-B048-85BDC9FD1C3A}</a:tableStyleId>
              </a:tblPr>
              <a:tblGrid>
                <a:gridCol w="1304141">
                  <a:extLst>
                    <a:ext uri="{9D8B030D-6E8A-4147-A177-3AD203B41FA5}">
                      <a16:colId xmlns:a16="http://schemas.microsoft.com/office/drawing/2014/main" val="360949917"/>
                    </a:ext>
                  </a:extLst>
                </a:gridCol>
              </a:tblGrid>
              <a:tr h="7748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rPr>
                        <a:t>LOE 2: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234250"/>
                  </a:ext>
                </a:extLst>
              </a:tr>
            </a:tbl>
          </a:graphicData>
        </a:graphic>
      </p:graphicFrame>
      <p:graphicFrame>
        <p:nvGraphicFramePr>
          <p:cNvPr id="20" name="Table 19">
            <a:extLst>
              <a:ext uri="{FF2B5EF4-FFF2-40B4-BE49-F238E27FC236}">
                <a16:creationId xmlns:a16="http://schemas.microsoft.com/office/drawing/2014/main" id="{6803DD1D-C52D-8FAF-85C1-436CC5142518}"/>
              </a:ext>
            </a:extLst>
          </p:cNvPr>
          <p:cNvGraphicFramePr>
            <a:graphicFrameLocks noGrp="1"/>
          </p:cNvGraphicFramePr>
          <p:nvPr>
            <p:extLst>
              <p:ext uri="{D42A27DB-BD31-4B8C-83A1-F6EECF244321}">
                <p14:modId xmlns:p14="http://schemas.microsoft.com/office/powerpoint/2010/main" val="4150297833"/>
              </p:ext>
            </p:extLst>
          </p:nvPr>
        </p:nvGraphicFramePr>
        <p:xfrm>
          <a:off x="220495" y="4655129"/>
          <a:ext cx="1304141" cy="1828798"/>
        </p:xfrm>
        <a:graphic>
          <a:graphicData uri="http://schemas.openxmlformats.org/drawingml/2006/table">
            <a:tbl>
              <a:tblPr firstRow="1" bandRow="1">
                <a:tableStyleId>{5C22544A-7EE6-4342-B048-85BDC9FD1C3A}</a:tableStyleId>
              </a:tblPr>
              <a:tblGrid>
                <a:gridCol w="1304141">
                  <a:extLst>
                    <a:ext uri="{9D8B030D-6E8A-4147-A177-3AD203B41FA5}">
                      <a16:colId xmlns:a16="http://schemas.microsoft.com/office/drawing/2014/main" val="360949917"/>
                    </a:ext>
                  </a:extLst>
                </a:gridCol>
              </a:tblGrid>
              <a:tr h="9164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rPr>
                        <a:t>LOE 3: VALIDATE &amp; RAISE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234250"/>
                  </a:ext>
                </a:extLst>
              </a:tr>
              <a:tr h="912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rPr>
                        <a:t>LOE 4: EXPERIMENT &amp; REHEARSE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64191423"/>
                  </a:ext>
                </a:extLst>
              </a:tr>
            </a:tbl>
          </a:graphicData>
        </a:graphic>
      </p:graphicFrame>
      <p:sp>
        <p:nvSpPr>
          <p:cNvPr id="6" name="Rectangle 5">
            <a:extLst>
              <a:ext uri="{FF2B5EF4-FFF2-40B4-BE49-F238E27FC236}">
                <a16:creationId xmlns:a16="http://schemas.microsoft.com/office/drawing/2014/main" id="{8A68918F-405E-8FF7-D31D-C0C9FB000E93}"/>
              </a:ext>
            </a:extLst>
          </p:cNvPr>
          <p:cNvSpPr/>
          <p:nvPr/>
        </p:nvSpPr>
        <p:spPr>
          <a:xfrm>
            <a:off x="874299" y="522025"/>
            <a:ext cx="3693233" cy="862589"/>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CURRENT SBTDWS FOCUS</a:t>
            </a:r>
          </a:p>
          <a:p>
            <a:pPr algn="ctr"/>
            <a:endParaRPr lang="en-US" sz="1100" dirty="0">
              <a:solidFill>
                <a:schemeClr val="tx1"/>
              </a:solidFill>
            </a:endParaRPr>
          </a:p>
          <a:p>
            <a:pPr marL="171450" indent="-171450" algn="ctr">
              <a:buFont typeface="Arial" panose="020B0604020202020204" pitchFamily="34" charset="0"/>
              <a:buChar char="•"/>
            </a:pPr>
            <a:r>
              <a:rPr lang="en-US" sz="1100" dirty="0">
                <a:solidFill>
                  <a:schemeClr val="tx1"/>
                </a:solidFill>
              </a:rPr>
              <a:t>Desert Warfare Training Centre</a:t>
            </a:r>
          </a:p>
        </p:txBody>
      </p:sp>
      <p:sp>
        <p:nvSpPr>
          <p:cNvPr id="18" name="Rectangle 17">
            <a:extLst>
              <a:ext uri="{FF2B5EF4-FFF2-40B4-BE49-F238E27FC236}">
                <a16:creationId xmlns:a16="http://schemas.microsoft.com/office/drawing/2014/main" id="{701EE8E2-B157-CF02-4C56-F00BEB63E38E}"/>
              </a:ext>
            </a:extLst>
          </p:cNvPr>
          <p:cNvSpPr/>
          <p:nvPr/>
        </p:nvSpPr>
        <p:spPr>
          <a:xfrm>
            <a:off x="8118048" y="527425"/>
            <a:ext cx="3693233" cy="862589"/>
          </a:xfrm>
          <a:prstGeom prst="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PG2030 ADWC* FOCUS</a:t>
            </a:r>
          </a:p>
          <a:p>
            <a:pPr algn="ctr"/>
            <a:endParaRPr lang="en-US" sz="1100" dirty="0">
              <a:solidFill>
                <a:schemeClr val="tx1"/>
              </a:solidFill>
            </a:endParaRPr>
          </a:p>
          <a:p>
            <a:pPr marL="171450" indent="-171450" algn="ctr">
              <a:buFont typeface="Arial" panose="020B0604020202020204" pitchFamily="34" charset="0"/>
              <a:buChar char="•"/>
            </a:pPr>
            <a:r>
              <a:rPr lang="en-US" sz="1100" dirty="0">
                <a:solidFill>
                  <a:schemeClr val="tx1"/>
                </a:solidFill>
              </a:rPr>
              <a:t>PG All Domain </a:t>
            </a:r>
            <a:r>
              <a:rPr lang="en-US" sz="1100">
                <a:solidFill>
                  <a:schemeClr val="tx1"/>
                </a:solidFill>
              </a:rPr>
              <a:t>Warfare Centre* </a:t>
            </a:r>
            <a:r>
              <a:rPr lang="en-US" sz="1100" dirty="0">
                <a:solidFill>
                  <a:schemeClr val="tx1"/>
                </a:solidFill>
              </a:rPr>
              <a:t>– </a:t>
            </a:r>
            <a:r>
              <a:rPr lang="en-US" sz="1100" i="1" dirty="0">
                <a:solidFill>
                  <a:schemeClr val="tx1"/>
                </a:solidFill>
              </a:rPr>
              <a:t>Training PG Operational Art</a:t>
            </a:r>
          </a:p>
        </p:txBody>
      </p:sp>
      <p:sp>
        <p:nvSpPr>
          <p:cNvPr id="11" name="Rectangle 10">
            <a:extLst>
              <a:ext uri="{FF2B5EF4-FFF2-40B4-BE49-F238E27FC236}">
                <a16:creationId xmlns:a16="http://schemas.microsoft.com/office/drawing/2014/main" id="{21F2B454-036F-4332-209E-7B8189BBDDC5}"/>
              </a:ext>
            </a:extLst>
          </p:cNvPr>
          <p:cNvSpPr/>
          <p:nvPr/>
        </p:nvSpPr>
        <p:spPr>
          <a:xfrm>
            <a:off x="4637731" y="522025"/>
            <a:ext cx="3410118" cy="8625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SRO TASKS:</a:t>
            </a:r>
            <a:endParaRPr lang="en-US" sz="1100" dirty="0">
              <a:solidFill>
                <a:schemeClr val="tx1"/>
              </a:solidFill>
            </a:endParaRPr>
          </a:p>
          <a:p>
            <a:pPr marL="171450" indent="-171450" algn="ctr">
              <a:buFont typeface="Arial" panose="020B0604020202020204" pitchFamily="34" charset="0"/>
              <a:buChar char="•"/>
            </a:pPr>
            <a:r>
              <a:rPr lang="en-US" sz="1100" dirty="0">
                <a:solidFill>
                  <a:schemeClr val="tx1"/>
                </a:solidFill>
              </a:rPr>
              <a:t>SAG 9. Combined Unconventional Warfare</a:t>
            </a:r>
          </a:p>
          <a:p>
            <a:pPr marL="171450" indent="-171450" algn="ctr">
              <a:buFont typeface="Arial" panose="020B0604020202020204" pitchFamily="34" charset="0"/>
              <a:buChar char="•"/>
            </a:pPr>
            <a:r>
              <a:rPr lang="en-US" sz="1100" dirty="0">
                <a:solidFill>
                  <a:schemeClr val="tx1"/>
                </a:solidFill>
              </a:rPr>
              <a:t>SAG 10. Resilience &amp; Capacity Building</a:t>
            </a:r>
          </a:p>
          <a:p>
            <a:pPr marL="171450" indent="-171450" algn="ctr">
              <a:buFont typeface="Arial" panose="020B0604020202020204" pitchFamily="34" charset="0"/>
              <a:buChar char="•"/>
            </a:pPr>
            <a:r>
              <a:rPr lang="en-US" sz="1100" dirty="0">
                <a:solidFill>
                  <a:schemeClr val="tx1"/>
                </a:solidFill>
              </a:rPr>
              <a:t>FDC 5. Tactical Experimentation </a:t>
            </a:r>
          </a:p>
        </p:txBody>
      </p:sp>
      <p:grpSp>
        <p:nvGrpSpPr>
          <p:cNvPr id="22" name="Group 21">
            <a:extLst>
              <a:ext uri="{FF2B5EF4-FFF2-40B4-BE49-F238E27FC236}">
                <a16:creationId xmlns:a16="http://schemas.microsoft.com/office/drawing/2014/main" id="{00D999CD-9326-D621-CCD3-C7843BAE271C}"/>
              </a:ext>
            </a:extLst>
          </p:cNvPr>
          <p:cNvGrpSpPr/>
          <p:nvPr/>
        </p:nvGrpSpPr>
        <p:grpSpPr>
          <a:xfrm>
            <a:off x="1600384" y="2998638"/>
            <a:ext cx="1290966" cy="123253"/>
            <a:chOff x="2066544" y="1566481"/>
            <a:chExt cx="1533601" cy="329184"/>
          </a:xfrm>
        </p:grpSpPr>
        <p:sp>
          <p:nvSpPr>
            <p:cNvPr id="23" name="Rounded Rectangle 45">
              <a:extLst>
                <a:ext uri="{FF2B5EF4-FFF2-40B4-BE49-F238E27FC236}">
                  <a16:creationId xmlns:a16="http://schemas.microsoft.com/office/drawing/2014/main" id="{119E5A60-F65D-0300-506A-87BE0F2A2689}"/>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CE7F2F9F-F827-40A4-68DB-4BD7984F6903}"/>
                </a:ext>
              </a:extLst>
            </p:cNvPr>
            <p:cNvSpPr txBox="1"/>
            <p:nvPr/>
          </p:nvSpPr>
          <p:spPr>
            <a:xfrm>
              <a:off x="2103120" y="1566481"/>
              <a:ext cx="1460449" cy="329184"/>
            </a:xfrm>
            <a:prstGeom prst="rect">
              <a:avLst/>
            </a:prstGeom>
            <a:noFill/>
          </p:spPr>
          <p:txBody>
            <a:bodyPr wrap="square" lIns="54864" tIns="18288" rIns="54864" bIns="18288" anchor="ctr">
              <a:spAutoFit/>
            </a:bodyPr>
            <a:lstStyle/>
            <a:p>
              <a:pPr algn="ctr"/>
              <a:r>
                <a:rPr sz="850" b="1" i="0" dirty="0">
                  <a:solidFill>
                    <a:srgbClr val="1A1F36"/>
                  </a:solidFill>
                  <a:latin typeface="Calibri"/>
                </a:rPr>
                <a:t>Course review begins</a:t>
              </a:r>
            </a:p>
          </p:txBody>
        </p:sp>
      </p:grpSp>
      <p:grpSp>
        <p:nvGrpSpPr>
          <p:cNvPr id="25" name="Group 24">
            <a:extLst>
              <a:ext uri="{FF2B5EF4-FFF2-40B4-BE49-F238E27FC236}">
                <a16:creationId xmlns:a16="http://schemas.microsoft.com/office/drawing/2014/main" id="{A93F5746-9472-1061-9169-FA80ABAC3A5B}"/>
              </a:ext>
            </a:extLst>
          </p:cNvPr>
          <p:cNvGrpSpPr/>
          <p:nvPr/>
        </p:nvGrpSpPr>
        <p:grpSpPr>
          <a:xfrm>
            <a:off x="1600384" y="3687016"/>
            <a:ext cx="10050737" cy="167738"/>
            <a:chOff x="2066544" y="1507077"/>
            <a:chExt cx="1533601" cy="447994"/>
          </a:xfrm>
        </p:grpSpPr>
        <p:sp>
          <p:nvSpPr>
            <p:cNvPr id="26" name="Rounded Rectangle 45">
              <a:extLst>
                <a:ext uri="{FF2B5EF4-FFF2-40B4-BE49-F238E27FC236}">
                  <a16:creationId xmlns:a16="http://schemas.microsoft.com/office/drawing/2014/main" id="{AB234FED-84A2-F6A6-84A7-22B520FA1534}"/>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E0977490-B53C-E64E-B149-CC1B0A9F3B9C}"/>
                </a:ext>
              </a:extLst>
            </p:cNvPr>
            <p:cNvSpPr txBox="1"/>
            <p:nvPr/>
          </p:nvSpPr>
          <p:spPr>
            <a:xfrm>
              <a:off x="2103120" y="1507077"/>
              <a:ext cx="1460449" cy="447994"/>
            </a:xfrm>
            <a:prstGeom prst="rect">
              <a:avLst/>
            </a:prstGeom>
            <a:noFill/>
          </p:spPr>
          <p:txBody>
            <a:bodyPr wrap="square" lIns="54864" tIns="18288" rIns="54864" bIns="18288" anchor="ctr">
              <a:spAutoFit/>
            </a:bodyPr>
            <a:lstStyle/>
            <a:p>
              <a:pPr algn="ctr"/>
              <a:r>
                <a:rPr lang="en-US" sz="850" b="1" i="1" dirty="0">
                  <a:solidFill>
                    <a:srgbClr val="1A1F36"/>
                  </a:solidFill>
                  <a:latin typeface="Calibri"/>
                </a:rPr>
                <a:t>Instructor Development </a:t>
              </a:r>
              <a:r>
                <a:rPr lang="en-US" sz="850" b="1" i="1" dirty="0" err="1">
                  <a:solidFill>
                    <a:srgbClr val="1A1F36"/>
                  </a:solidFill>
                  <a:latin typeface="Calibri"/>
                </a:rPr>
                <a:t>Programme</a:t>
              </a:r>
              <a:r>
                <a:rPr lang="en-US" sz="850" b="1" i="1" dirty="0">
                  <a:solidFill>
                    <a:srgbClr val="1A1F36"/>
                  </a:solidFill>
                  <a:latin typeface="Calibri"/>
                </a:rPr>
                <a:t> - Continuous</a:t>
              </a:r>
              <a:endParaRPr sz="850" b="1" i="1" dirty="0">
                <a:solidFill>
                  <a:srgbClr val="1A1F36"/>
                </a:solidFill>
                <a:latin typeface="Calibri"/>
              </a:endParaRPr>
            </a:p>
          </p:txBody>
        </p:sp>
      </p:grpSp>
      <p:grpSp>
        <p:nvGrpSpPr>
          <p:cNvPr id="28" name="Group 27">
            <a:extLst>
              <a:ext uri="{FF2B5EF4-FFF2-40B4-BE49-F238E27FC236}">
                <a16:creationId xmlns:a16="http://schemas.microsoft.com/office/drawing/2014/main" id="{5E50EC94-46DB-8BD5-77D3-2A939D319915}"/>
              </a:ext>
            </a:extLst>
          </p:cNvPr>
          <p:cNvGrpSpPr/>
          <p:nvPr/>
        </p:nvGrpSpPr>
        <p:grpSpPr>
          <a:xfrm>
            <a:off x="3000008" y="3159534"/>
            <a:ext cx="1290966" cy="657836"/>
            <a:chOff x="2066544" y="1332402"/>
            <a:chExt cx="1533601" cy="797347"/>
          </a:xfrm>
        </p:grpSpPr>
        <p:sp>
          <p:nvSpPr>
            <p:cNvPr id="29" name="Rounded Rectangle 45">
              <a:extLst>
                <a:ext uri="{FF2B5EF4-FFF2-40B4-BE49-F238E27FC236}">
                  <a16:creationId xmlns:a16="http://schemas.microsoft.com/office/drawing/2014/main" id="{8A8A0BAA-B165-6865-DA7E-46D4182B40A8}"/>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44453418-214A-FD7A-7D87-66E9CD4CBE59}"/>
                </a:ext>
              </a:extLst>
            </p:cNvPr>
            <p:cNvSpPr txBox="1"/>
            <p:nvPr/>
          </p:nvSpPr>
          <p:spPr>
            <a:xfrm>
              <a:off x="2103120" y="1332402"/>
              <a:ext cx="1460450" cy="79734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Standards &amp; Assessment prog launch</a:t>
              </a:r>
              <a:endParaRPr sz="850" b="1" i="0" dirty="0">
                <a:solidFill>
                  <a:srgbClr val="1A1F36"/>
                </a:solidFill>
                <a:latin typeface="Calibri"/>
              </a:endParaRPr>
            </a:p>
          </p:txBody>
        </p:sp>
      </p:grpSp>
      <p:grpSp>
        <p:nvGrpSpPr>
          <p:cNvPr id="31" name="Group 30">
            <a:extLst>
              <a:ext uri="{FF2B5EF4-FFF2-40B4-BE49-F238E27FC236}">
                <a16:creationId xmlns:a16="http://schemas.microsoft.com/office/drawing/2014/main" id="{0F76C346-A2C2-0505-047F-D924F09A1E71}"/>
              </a:ext>
            </a:extLst>
          </p:cNvPr>
          <p:cNvGrpSpPr/>
          <p:nvPr/>
        </p:nvGrpSpPr>
        <p:grpSpPr>
          <a:xfrm>
            <a:off x="3000008" y="2806570"/>
            <a:ext cx="1290966" cy="643089"/>
            <a:chOff x="2066544" y="1332402"/>
            <a:chExt cx="1533601" cy="797347"/>
          </a:xfrm>
        </p:grpSpPr>
        <p:sp>
          <p:nvSpPr>
            <p:cNvPr id="32" name="Rounded Rectangle 45">
              <a:extLst>
                <a:ext uri="{FF2B5EF4-FFF2-40B4-BE49-F238E27FC236}">
                  <a16:creationId xmlns:a16="http://schemas.microsoft.com/office/drawing/2014/main" id="{9BB82094-D2FF-3D8B-65C0-7BB484A7F824}"/>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7D8DB164-B659-D572-88EC-C7818F718212}"/>
                </a:ext>
              </a:extLst>
            </p:cNvPr>
            <p:cNvSpPr txBox="1"/>
            <p:nvPr/>
          </p:nvSpPr>
          <p:spPr>
            <a:xfrm>
              <a:off x="2103120" y="1332402"/>
              <a:ext cx="1460450" cy="797347"/>
            </a:xfrm>
            <a:prstGeom prst="rect">
              <a:avLst/>
            </a:prstGeom>
            <a:noFill/>
          </p:spPr>
          <p:txBody>
            <a:bodyPr wrap="square" lIns="54864" tIns="18288" rIns="54864" bIns="18288" anchor="ctr">
              <a:spAutoFit/>
            </a:bodyPr>
            <a:lstStyle/>
            <a:p>
              <a:pPr algn="ctr"/>
              <a:r>
                <a:rPr sz="850" b="1" i="0" dirty="0">
                  <a:solidFill>
                    <a:srgbClr val="1A1F36"/>
                  </a:solidFill>
                  <a:latin typeface="Calibri"/>
                </a:rPr>
                <a:t>Course </a:t>
              </a:r>
              <a:r>
                <a:rPr lang="en-US" sz="850" b="1" dirty="0">
                  <a:solidFill>
                    <a:srgbClr val="1A1F36"/>
                  </a:solidFill>
                  <a:latin typeface="Calibri"/>
                </a:rPr>
                <a:t>review complete – Q3 26</a:t>
              </a:r>
              <a:endParaRPr sz="850" b="1" i="0" dirty="0">
                <a:solidFill>
                  <a:srgbClr val="1A1F36"/>
                </a:solidFill>
                <a:latin typeface="Calibri"/>
              </a:endParaRPr>
            </a:p>
          </p:txBody>
        </p:sp>
      </p:grpSp>
      <p:grpSp>
        <p:nvGrpSpPr>
          <p:cNvPr id="34" name="Group 33">
            <a:extLst>
              <a:ext uri="{FF2B5EF4-FFF2-40B4-BE49-F238E27FC236}">
                <a16:creationId xmlns:a16="http://schemas.microsoft.com/office/drawing/2014/main" id="{1A70E03F-E2BE-6126-1ECA-6CC8778B7A42}"/>
              </a:ext>
            </a:extLst>
          </p:cNvPr>
          <p:cNvGrpSpPr/>
          <p:nvPr/>
        </p:nvGrpSpPr>
        <p:grpSpPr>
          <a:xfrm>
            <a:off x="5930139" y="3003134"/>
            <a:ext cx="1290966" cy="298543"/>
            <a:chOff x="2066544" y="1550148"/>
            <a:chExt cx="1533601" cy="361857"/>
          </a:xfrm>
        </p:grpSpPr>
        <p:sp>
          <p:nvSpPr>
            <p:cNvPr id="35" name="Rounded Rectangle 45">
              <a:extLst>
                <a:ext uri="{FF2B5EF4-FFF2-40B4-BE49-F238E27FC236}">
                  <a16:creationId xmlns:a16="http://schemas.microsoft.com/office/drawing/2014/main" id="{618BDFC4-3959-B524-CD4C-D6988590955F}"/>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BDDB47D2-22D0-CC94-E249-521DBE6021C8}"/>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Contractor HOTO* – NLT Q4 27</a:t>
              </a:r>
              <a:endParaRPr sz="850" b="1" i="0" dirty="0">
                <a:solidFill>
                  <a:srgbClr val="1A1F36"/>
                </a:solidFill>
                <a:latin typeface="Calibri"/>
              </a:endParaRPr>
            </a:p>
          </p:txBody>
        </p:sp>
      </p:grpSp>
      <p:grpSp>
        <p:nvGrpSpPr>
          <p:cNvPr id="37" name="Group 36">
            <a:extLst>
              <a:ext uri="{FF2B5EF4-FFF2-40B4-BE49-F238E27FC236}">
                <a16:creationId xmlns:a16="http://schemas.microsoft.com/office/drawing/2014/main" id="{AD1401F6-7C30-9FA4-4AFB-3EEB897ABDF1}"/>
              </a:ext>
            </a:extLst>
          </p:cNvPr>
          <p:cNvGrpSpPr/>
          <p:nvPr/>
        </p:nvGrpSpPr>
        <p:grpSpPr>
          <a:xfrm>
            <a:off x="3000008" y="3948941"/>
            <a:ext cx="1290966" cy="298543"/>
            <a:chOff x="2066544" y="1550148"/>
            <a:chExt cx="1533601" cy="361857"/>
          </a:xfrm>
        </p:grpSpPr>
        <p:sp>
          <p:nvSpPr>
            <p:cNvPr id="38" name="Rounded Rectangle 45">
              <a:extLst>
                <a:ext uri="{FF2B5EF4-FFF2-40B4-BE49-F238E27FC236}">
                  <a16:creationId xmlns:a16="http://schemas.microsoft.com/office/drawing/2014/main" id="{2971737E-F8D6-D8D4-F82F-34D0C2D21847}"/>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7AAEE065-537B-B6D2-40BD-8DDFF420ECCB}"/>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Structural </a:t>
              </a:r>
              <a:r>
                <a:rPr lang="en-US" sz="850" b="1" dirty="0" err="1">
                  <a:solidFill>
                    <a:srgbClr val="1A1F36"/>
                  </a:solidFill>
                  <a:latin typeface="Calibri"/>
                </a:rPr>
                <a:t>Reog</a:t>
              </a:r>
              <a:r>
                <a:rPr lang="en-US" sz="850" b="1" dirty="0">
                  <a:solidFill>
                    <a:srgbClr val="1A1F36"/>
                  </a:solidFill>
                  <a:latin typeface="Calibri"/>
                </a:rPr>
                <a:t> endorsed – NLT Q4 26</a:t>
              </a:r>
              <a:endParaRPr sz="850" b="1" i="0" dirty="0">
                <a:solidFill>
                  <a:srgbClr val="1A1F36"/>
                </a:solidFill>
                <a:latin typeface="Calibri"/>
              </a:endParaRPr>
            </a:p>
          </p:txBody>
        </p:sp>
      </p:grpSp>
      <p:grpSp>
        <p:nvGrpSpPr>
          <p:cNvPr id="40" name="Group 39">
            <a:extLst>
              <a:ext uri="{FF2B5EF4-FFF2-40B4-BE49-F238E27FC236}">
                <a16:creationId xmlns:a16="http://schemas.microsoft.com/office/drawing/2014/main" id="{478278E9-E54E-7108-9A89-35DEFFF33F42}"/>
              </a:ext>
            </a:extLst>
          </p:cNvPr>
          <p:cNvGrpSpPr/>
          <p:nvPr/>
        </p:nvGrpSpPr>
        <p:grpSpPr>
          <a:xfrm>
            <a:off x="3002230" y="4320095"/>
            <a:ext cx="1290966" cy="271587"/>
            <a:chOff x="2066544" y="1566481"/>
            <a:chExt cx="1533601" cy="329184"/>
          </a:xfrm>
        </p:grpSpPr>
        <p:sp>
          <p:nvSpPr>
            <p:cNvPr id="41" name="Rounded Rectangle 45">
              <a:extLst>
                <a:ext uri="{FF2B5EF4-FFF2-40B4-BE49-F238E27FC236}">
                  <a16:creationId xmlns:a16="http://schemas.microsoft.com/office/drawing/2014/main" id="{C2754211-6598-6A50-D8A5-AEC98400AF8A}"/>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D15D67CB-9BB3-B041-BA1C-4EABFCE78397}"/>
                </a:ext>
              </a:extLst>
            </p:cNvPr>
            <p:cNvSpPr txBox="1"/>
            <p:nvPr/>
          </p:nvSpPr>
          <p:spPr>
            <a:xfrm>
              <a:off x="2103120" y="1629420"/>
              <a:ext cx="1460450" cy="203311"/>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J Staff decision – PG HQ</a:t>
              </a:r>
              <a:endParaRPr sz="850" b="1" i="0" dirty="0">
                <a:solidFill>
                  <a:srgbClr val="1A1F36"/>
                </a:solidFill>
                <a:latin typeface="Calibri"/>
              </a:endParaRPr>
            </a:p>
          </p:txBody>
        </p:sp>
      </p:grpSp>
      <p:grpSp>
        <p:nvGrpSpPr>
          <p:cNvPr id="43" name="Group 42">
            <a:extLst>
              <a:ext uri="{FF2B5EF4-FFF2-40B4-BE49-F238E27FC236}">
                <a16:creationId xmlns:a16="http://schemas.microsoft.com/office/drawing/2014/main" id="{50E30FE4-F765-2BCA-D090-3CEFABA3372C}"/>
              </a:ext>
            </a:extLst>
          </p:cNvPr>
          <p:cNvGrpSpPr/>
          <p:nvPr/>
        </p:nvGrpSpPr>
        <p:grpSpPr>
          <a:xfrm>
            <a:off x="4366058" y="3947904"/>
            <a:ext cx="1290966" cy="298543"/>
            <a:chOff x="2066544" y="1550148"/>
            <a:chExt cx="1533601" cy="361857"/>
          </a:xfrm>
        </p:grpSpPr>
        <p:sp>
          <p:nvSpPr>
            <p:cNvPr id="44" name="Rounded Rectangle 45">
              <a:extLst>
                <a:ext uri="{FF2B5EF4-FFF2-40B4-BE49-F238E27FC236}">
                  <a16:creationId xmlns:a16="http://schemas.microsoft.com/office/drawing/2014/main" id="{CB436CEB-7BD1-5472-6F67-24976CFBBAC9}"/>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EF9EF51A-A83D-B6DC-3CEF-DEA9EDF038CD}"/>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OT Team IOC – Q2 27 (in J7 LVC)</a:t>
              </a:r>
              <a:endParaRPr sz="850" b="1" i="0" dirty="0">
                <a:solidFill>
                  <a:srgbClr val="1A1F36"/>
                </a:solidFill>
                <a:latin typeface="Calibri"/>
              </a:endParaRPr>
            </a:p>
          </p:txBody>
        </p:sp>
      </p:grpSp>
      <p:grpSp>
        <p:nvGrpSpPr>
          <p:cNvPr id="46" name="Group 45">
            <a:extLst>
              <a:ext uri="{FF2B5EF4-FFF2-40B4-BE49-F238E27FC236}">
                <a16:creationId xmlns:a16="http://schemas.microsoft.com/office/drawing/2014/main" id="{68FE7CE5-140A-8CF8-2F21-F76CA9BE5362}"/>
              </a:ext>
            </a:extLst>
          </p:cNvPr>
          <p:cNvGrpSpPr/>
          <p:nvPr/>
        </p:nvGrpSpPr>
        <p:grpSpPr>
          <a:xfrm>
            <a:off x="7638473" y="3955031"/>
            <a:ext cx="1828799" cy="298543"/>
            <a:chOff x="2066544" y="1550148"/>
            <a:chExt cx="1533601" cy="361857"/>
          </a:xfrm>
        </p:grpSpPr>
        <p:sp>
          <p:nvSpPr>
            <p:cNvPr id="47" name="Rounded Rectangle 45">
              <a:extLst>
                <a:ext uri="{FF2B5EF4-FFF2-40B4-BE49-F238E27FC236}">
                  <a16:creationId xmlns:a16="http://schemas.microsoft.com/office/drawing/2014/main" id="{98259871-BA7A-89E7-177F-2E9A3B734E34}"/>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346C5261-C0B2-9C1B-AA65-5D7F31E8B66D}"/>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HICON / EXCON IOC – Q4 28</a:t>
              </a:r>
              <a:endParaRPr sz="850" b="1" i="0" dirty="0">
                <a:solidFill>
                  <a:srgbClr val="1A1F36"/>
                </a:solidFill>
                <a:latin typeface="Calibri"/>
              </a:endParaRPr>
            </a:p>
          </p:txBody>
        </p:sp>
      </p:grpSp>
      <p:grpSp>
        <p:nvGrpSpPr>
          <p:cNvPr id="49" name="Group 48">
            <a:extLst>
              <a:ext uri="{FF2B5EF4-FFF2-40B4-BE49-F238E27FC236}">
                <a16:creationId xmlns:a16="http://schemas.microsoft.com/office/drawing/2014/main" id="{A66413BD-6292-DC80-402F-2CB9CFF5279E}"/>
              </a:ext>
            </a:extLst>
          </p:cNvPr>
          <p:cNvGrpSpPr/>
          <p:nvPr/>
        </p:nvGrpSpPr>
        <p:grpSpPr>
          <a:xfrm>
            <a:off x="9822322" y="3975892"/>
            <a:ext cx="1828799" cy="271587"/>
            <a:chOff x="2066544" y="1566481"/>
            <a:chExt cx="1533601" cy="329184"/>
          </a:xfrm>
        </p:grpSpPr>
        <p:sp>
          <p:nvSpPr>
            <p:cNvPr id="50" name="Rounded Rectangle 45">
              <a:extLst>
                <a:ext uri="{FF2B5EF4-FFF2-40B4-BE49-F238E27FC236}">
                  <a16:creationId xmlns:a16="http://schemas.microsoft.com/office/drawing/2014/main" id="{9260BF74-4CB3-6327-D857-4A3E1ED16B99}"/>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00690A25-CAB0-A1A8-9042-6DF8BE9F8C62}"/>
                </a:ext>
              </a:extLst>
            </p:cNvPr>
            <p:cNvSpPr txBox="1"/>
            <p:nvPr/>
          </p:nvSpPr>
          <p:spPr>
            <a:xfrm>
              <a:off x="2103120" y="1629420"/>
              <a:ext cx="1460450" cy="203311"/>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ADWC FOC – Q4 30</a:t>
              </a:r>
              <a:endParaRPr sz="850" b="1" i="0" dirty="0">
                <a:solidFill>
                  <a:srgbClr val="1A1F36"/>
                </a:solidFill>
                <a:latin typeface="Calibri"/>
              </a:endParaRPr>
            </a:p>
          </p:txBody>
        </p:sp>
      </p:grpSp>
      <p:grpSp>
        <p:nvGrpSpPr>
          <p:cNvPr id="52" name="Group 51">
            <a:extLst>
              <a:ext uri="{FF2B5EF4-FFF2-40B4-BE49-F238E27FC236}">
                <a16:creationId xmlns:a16="http://schemas.microsoft.com/office/drawing/2014/main" id="{C474B759-B385-D5FA-233B-DEEAB7B43A62}"/>
              </a:ext>
            </a:extLst>
          </p:cNvPr>
          <p:cNvGrpSpPr/>
          <p:nvPr/>
        </p:nvGrpSpPr>
        <p:grpSpPr>
          <a:xfrm>
            <a:off x="3000008" y="4734189"/>
            <a:ext cx="1290966" cy="271587"/>
            <a:chOff x="2066544" y="1566481"/>
            <a:chExt cx="1533601" cy="329184"/>
          </a:xfrm>
        </p:grpSpPr>
        <p:sp>
          <p:nvSpPr>
            <p:cNvPr id="53" name="Rounded Rectangle 45">
              <a:extLst>
                <a:ext uri="{FF2B5EF4-FFF2-40B4-BE49-F238E27FC236}">
                  <a16:creationId xmlns:a16="http://schemas.microsoft.com/office/drawing/2014/main" id="{A4665BEB-AD11-29B5-7B17-5CC7C4B5C800}"/>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C91AB420-184C-9FFF-5B6B-3DD90BE4ACF2}"/>
                </a:ext>
              </a:extLst>
            </p:cNvPr>
            <p:cNvSpPr txBox="1"/>
            <p:nvPr/>
          </p:nvSpPr>
          <p:spPr>
            <a:xfrm>
              <a:off x="2103120" y="1629420"/>
              <a:ext cx="1460450" cy="203311"/>
            </a:xfrm>
            <a:prstGeom prst="rect">
              <a:avLst/>
            </a:prstGeom>
            <a:noFill/>
          </p:spPr>
          <p:txBody>
            <a:bodyPr wrap="square" lIns="54864" tIns="18288" rIns="54864" bIns="18288" anchor="ctr">
              <a:spAutoFit/>
            </a:bodyPr>
            <a:lstStyle/>
            <a:p>
              <a:pPr algn="ctr"/>
              <a:r>
                <a:rPr lang="en-US" sz="850" b="1" dirty="0">
                  <a:solidFill>
                    <a:srgbClr val="FF0000"/>
                  </a:solidFill>
                  <a:latin typeface="Calibri"/>
                </a:rPr>
                <a:t>UW UE concept – Q4 26</a:t>
              </a:r>
              <a:endParaRPr sz="850" b="1" i="0" dirty="0">
                <a:solidFill>
                  <a:srgbClr val="FF0000"/>
                </a:solidFill>
                <a:latin typeface="Calibri"/>
              </a:endParaRPr>
            </a:p>
          </p:txBody>
        </p:sp>
      </p:grpSp>
      <p:grpSp>
        <p:nvGrpSpPr>
          <p:cNvPr id="55" name="Group 54">
            <a:extLst>
              <a:ext uri="{FF2B5EF4-FFF2-40B4-BE49-F238E27FC236}">
                <a16:creationId xmlns:a16="http://schemas.microsoft.com/office/drawing/2014/main" id="{125DC0F0-97AD-EBBE-B4F0-4FB4A84FE213}"/>
              </a:ext>
            </a:extLst>
          </p:cNvPr>
          <p:cNvGrpSpPr/>
          <p:nvPr/>
        </p:nvGrpSpPr>
        <p:grpSpPr>
          <a:xfrm>
            <a:off x="4366058" y="4720712"/>
            <a:ext cx="1290966" cy="298543"/>
            <a:chOff x="2066544" y="1550148"/>
            <a:chExt cx="1533601" cy="361857"/>
          </a:xfrm>
        </p:grpSpPr>
        <p:sp>
          <p:nvSpPr>
            <p:cNvPr id="56" name="Rounded Rectangle 45">
              <a:extLst>
                <a:ext uri="{FF2B5EF4-FFF2-40B4-BE49-F238E27FC236}">
                  <a16:creationId xmlns:a16="http://schemas.microsoft.com/office/drawing/2014/main" id="{0CE05A55-39F7-BA74-C2B5-623389B2712F}"/>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A518EA4A-10EC-D7A2-FBA2-81612559DBB8}"/>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First below </a:t>
              </a:r>
              <a:r>
                <a:rPr lang="en-US" sz="850" b="1" dirty="0" err="1">
                  <a:solidFill>
                    <a:srgbClr val="1A1F36"/>
                  </a:solidFill>
                  <a:latin typeface="Calibri"/>
                </a:rPr>
                <a:t>Bde</a:t>
              </a:r>
              <a:r>
                <a:rPr lang="en-US" sz="850" b="1" dirty="0">
                  <a:solidFill>
                    <a:srgbClr val="1A1F36"/>
                  </a:solidFill>
                  <a:latin typeface="Calibri"/>
                </a:rPr>
                <a:t>  validation serial – Q2 27</a:t>
              </a:r>
              <a:endParaRPr sz="850" b="1" i="0" dirty="0">
                <a:solidFill>
                  <a:srgbClr val="1A1F36"/>
                </a:solidFill>
                <a:latin typeface="Calibri"/>
              </a:endParaRPr>
            </a:p>
          </p:txBody>
        </p:sp>
      </p:grpSp>
      <p:grpSp>
        <p:nvGrpSpPr>
          <p:cNvPr id="58" name="Group 57">
            <a:extLst>
              <a:ext uri="{FF2B5EF4-FFF2-40B4-BE49-F238E27FC236}">
                <a16:creationId xmlns:a16="http://schemas.microsoft.com/office/drawing/2014/main" id="{B1EC6E34-3FBE-7A00-C16A-A27B2EEDA157}"/>
              </a:ext>
            </a:extLst>
          </p:cNvPr>
          <p:cNvGrpSpPr/>
          <p:nvPr/>
        </p:nvGrpSpPr>
        <p:grpSpPr>
          <a:xfrm>
            <a:off x="4366058" y="5045989"/>
            <a:ext cx="1290966" cy="298543"/>
            <a:chOff x="2066544" y="1550148"/>
            <a:chExt cx="1533601" cy="361857"/>
          </a:xfrm>
        </p:grpSpPr>
        <p:sp>
          <p:nvSpPr>
            <p:cNvPr id="59" name="Rounded Rectangle 45">
              <a:extLst>
                <a:ext uri="{FF2B5EF4-FFF2-40B4-BE49-F238E27FC236}">
                  <a16:creationId xmlns:a16="http://schemas.microsoft.com/office/drawing/2014/main" id="{BC9B9978-53EE-DFF0-130A-B222EFBCFCD2}"/>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45F3A570-D601-2689-0803-E7D72EEDCF91}"/>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OT trained to endorsed SAG 9/10 standards</a:t>
              </a:r>
              <a:endParaRPr sz="850" b="1" i="0" dirty="0">
                <a:solidFill>
                  <a:srgbClr val="1A1F36"/>
                </a:solidFill>
                <a:latin typeface="Calibri"/>
              </a:endParaRPr>
            </a:p>
          </p:txBody>
        </p:sp>
      </p:grpSp>
      <p:grpSp>
        <p:nvGrpSpPr>
          <p:cNvPr id="61" name="Group 60">
            <a:extLst>
              <a:ext uri="{FF2B5EF4-FFF2-40B4-BE49-F238E27FC236}">
                <a16:creationId xmlns:a16="http://schemas.microsoft.com/office/drawing/2014/main" id="{334BE490-7E79-C94C-914F-8EF2C1EDCA1B}"/>
              </a:ext>
            </a:extLst>
          </p:cNvPr>
          <p:cNvGrpSpPr/>
          <p:nvPr/>
        </p:nvGrpSpPr>
        <p:grpSpPr>
          <a:xfrm>
            <a:off x="4366058" y="5386674"/>
            <a:ext cx="7285457" cy="167738"/>
            <a:chOff x="2066544" y="1519603"/>
            <a:chExt cx="1533601" cy="422939"/>
          </a:xfrm>
        </p:grpSpPr>
        <p:sp>
          <p:nvSpPr>
            <p:cNvPr id="62" name="Rounded Rectangle 45">
              <a:extLst>
                <a:ext uri="{FF2B5EF4-FFF2-40B4-BE49-F238E27FC236}">
                  <a16:creationId xmlns:a16="http://schemas.microsoft.com/office/drawing/2014/main" id="{110B6C0B-109B-4B3B-237F-F9D1116933D0}"/>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3E319409-59FD-C8FE-F0E9-394F1568869D}"/>
                </a:ext>
              </a:extLst>
            </p:cNvPr>
            <p:cNvSpPr txBox="1"/>
            <p:nvPr/>
          </p:nvSpPr>
          <p:spPr>
            <a:xfrm>
              <a:off x="2103120" y="1519603"/>
              <a:ext cx="1460449" cy="422939"/>
            </a:xfrm>
            <a:prstGeom prst="rect">
              <a:avLst/>
            </a:prstGeom>
            <a:noFill/>
          </p:spPr>
          <p:txBody>
            <a:bodyPr wrap="square" lIns="54864" tIns="18288" rIns="54864" bIns="18288" anchor="ctr">
              <a:spAutoFit/>
            </a:bodyPr>
            <a:lstStyle/>
            <a:p>
              <a:pPr algn="ctr"/>
              <a:r>
                <a:rPr lang="en-US" sz="850" b="1" i="1" dirty="0">
                  <a:solidFill>
                    <a:srgbClr val="1A1F36"/>
                  </a:solidFill>
                  <a:latin typeface="Calibri"/>
                </a:rPr>
                <a:t>Continuous validation cycle – PGI (IWTC) partner – Component Command customer</a:t>
              </a:r>
              <a:endParaRPr sz="850" b="1" i="1" dirty="0">
                <a:solidFill>
                  <a:srgbClr val="1A1F36"/>
                </a:solidFill>
                <a:latin typeface="Calibri"/>
              </a:endParaRPr>
            </a:p>
          </p:txBody>
        </p:sp>
      </p:grpSp>
      <p:grpSp>
        <p:nvGrpSpPr>
          <p:cNvPr id="64" name="Group 63">
            <a:extLst>
              <a:ext uri="{FF2B5EF4-FFF2-40B4-BE49-F238E27FC236}">
                <a16:creationId xmlns:a16="http://schemas.microsoft.com/office/drawing/2014/main" id="{4ED9F371-E83E-2E3B-2726-9137C36D78FD}"/>
              </a:ext>
            </a:extLst>
          </p:cNvPr>
          <p:cNvGrpSpPr/>
          <p:nvPr/>
        </p:nvGrpSpPr>
        <p:grpSpPr>
          <a:xfrm>
            <a:off x="7906292" y="4747446"/>
            <a:ext cx="1290966" cy="298543"/>
            <a:chOff x="2066544" y="1550148"/>
            <a:chExt cx="1533601" cy="361857"/>
          </a:xfrm>
        </p:grpSpPr>
        <p:sp>
          <p:nvSpPr>
            <p:cNvPr id="65" name="Rounded Rectangle 45">
              <a:extLst>
                <a:ext uri="{FF2B5EF4-FFF2-40B4-BE49-F238E27FC236}">
                  <a16:creationId xmlns:a16="http://schemas.microsoft.com/office/drawing/2014/main" id="{C4F896D1-3F35-5749-B425-F2BEBADFAB84}"/>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a:extLst>
                <a:ext uri="{FF2B5EF4-FFF2-40B4-BE49-F238E27FC236}">
                  <a16:creationId xmlns:a16="http://schemas.microsoft.com/office/drawing/2014/main" id="{09EC9324-D908-D625-FEF6-D3B4726FB122}"/>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SAG 9/10 validation serial</a:t>
              </a:r>
              <a:endParaRPr sz="850" b="1" i="0" dirty="0">
                <a:solidFill>
                  <a:srgbClr val="1A1F36"/>
                </a:solidFill>
                <a:latin typeface="Calibri"/>
              </a:endParaRPr>
            </a:p>
          </p:txBody>
        </p:sp>
      </p:grpSp>
      <p:grpSp>
        <p:nvGrpSpPr>
          <p:cNvPr id="67" name="Group 66">
            <a:extLst>
              <a:ext uri="{FF2B5EF4-FFF2-40B4-BE49-F238E27FC236}">
                <a16:creationId xmlns:a16="http://schemas.microsoft.com/office/drawing/2014/main" id="{746801A9-3781-E87C-2F35-516EE96B379D}"/>
              </a:ext>
            </a:extLst>
          </p:cNvPr>
          <p:cNvGrpSpPr/>
          <p:nvPr/>
        </p:nvGrpSpPr>
        <p:grpSpPr>
          <a:xfrm>
            <a:off x="10091238" y="4763566"/>
            <a:ext cx="1290966" cy="271587"/>
            <a:chOff x="2066544" y="1566481"/>
            <a:chExt cx="1533601" cy="329184"/>
          </a:xfrm>
        </p:grpSpPr>
        <p:sp>
          <p:nvSpPr>
            <p:cNvPr id="68" name="Rounded Rectangle 45">
              <a:extLst>
                <a:ext uri="{FF2B5EF4-FFF2-40B4-BE49-F238E27FC236}">
                  <a16:creationId xmlns:a16="http://schemas.microsoft.com/office/drawing/2014/main" id="{6481039F-1694-8B9A-3F99-F08E4056BD18}"/>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DF2C8F81-1872-1A2A-BD4C-B966A888D5A0}"/>
                </a:ext>
              </a:extLst>
            </p:cNvPr>
            <p:cNvSpPr txBox="1"/>
            <p:nvPr/>
          </p:nvSpPr>
          <p:spPr>
            <a:xfrm>
              <a:off x="2103120" y="1629420"/>
              <a:ext cx="1460450" cy="203311"/>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Validation cadence FOC</a:t>
              </a:r>
              <a:endParaRPr sz="850" b="1" i="0" dirty="0">
                <a:solidFill>
                  <a:srgbClr val="1A1F36"/>
                </a:solidFill>
                <a:latin typeface="Calibri"/>
              </a:endParaRPr>
            </a:p>
          </p:txBody>
        </p:sp>
      </p:grpSp>
      <p:grpSp>
        <p:nvGrpSpPr>
          <p:cNvPr id="70" name="Group 69">
            <a:extLst>
              <a:ext uri="{FF2B5EF4-FFF2-40B4-BE49-F238E27FC236}">
                <a16:creationId xmlns:a16="http://schemas.microsoft.com/office/drawing/2014/main" id="{FA8C8582-7A06-8C8A-080D-A4A3095FD14C}"/>
              </a:ext>
            </a:extLst>
          </p:cNvPr>
          <p:cNvGrpSpPr/>
          <p:nvPr/>
        </p:nvGrpSpPr>
        <p:grpSpPr>
          <a:xfrm>
            <a:off x="3000008" y="5595438"/>
            <a:ext cx="1290966" cy="298543"/>
            <a:chOff x="2066544" y="1550148"/>
            <a:chExt cx="1533601" cy="361857"/>
          </a:xfrm>
        </p:grpSpPr>
        <p:sp>
          <p:nvSpPr>
            <p:cNvPr id="71" name="Rounded Rectangle 45">
              <a:extLst>
                <a:ext uri="{FF2B5EF4-FFF2-40B4-BE49-F238E27FC236}">
                  <a16:creationId xmlns:a16="http://schemas.microsoft.com/office/drawing/2014/main" id="{180B38FF-5CBE-A828-4043-F9C429C0BAFF}"/>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AE00C804-9FB3-28BA-23B3-038A9F9E81E0}"/>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CAPDEV portfolio review – Q3 26</a:t>
              </a:r>
              <a:endParaRPr sz="850" b="1" i="0" dirty="0">
                <a:solidFill>
                  <a:srgbClr val="1A1F36"/>
                </a:solidFill>
                <a:latin typeface="Calibri"/>
              </a:endParaRPr>
            </a:p>
          </p:txBody>
        </p:sp>
      </p:grpSp>
      <p:grpSp>
        <p:nvGrpSpPr>
          <p:cNvPr id="73" name="Group 72">
            <a:extLst>
              <a:ext uri="{FF2B5EF4-FFF2-40B4-BE49-F238E27FC236}">
                <a16:creationId xmlns:a16="http://schemas.microsoft.com/office/drawing/2014/main" id="{5F442BB4-4B1B-981D-4343-7FCBA71800F8}"/>
              </a:ext>
            </a:extLst>
          </p:cNvPr>
          <p:cNvGrpSpPr/>
          <p:nvPr/>
        </p:nvGrpSpPr>
        <p:grpSpPr>
          <a:xfrm>
            <a:off x="4366058" y="5595434"/>
            <a:ext cx="1290966" cy="298543"/>
            <a:chOff x="2066544" y="1550148"/>
            <a:chExt cx="1533601" cy="361857"/>
          </a:xfrm>
        </p:grpSpPr>
        <p:sp>
          <p:nvSpPr>
            <p:cNvPr id="74" name="Rounded Rectangle 45">
              <a:extLst>
                <a:ext uri="{FF2B5EF4-FFF2-40B4-BE49-F238E27FC236}">
                  <a16:creationId xmlns:a16="http://schemas.microsoft.com/office/drawing/2014/main" id="{B17DEFE0-9BA5-9F56-4190-B7E4B886277D}"/>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0E063585-82D5-4A1C-39FC-22A802917AFC}"/>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err="1">
                  <a:solidFill>
                    <a:srgbClr val="1A1F36"/>
                  </a:solidFill>
                  <a:latin typeface="Calibri"/>
                </a:rPr>
                <a:t>Makhlab</a:t>
              </a:r>
              <a:r>
                <a:rPr lang="en-US" sz="850" b="1" dirty="0">
                  <a:solidFill>
                    <a:srgbClr val="1A1F36"/>
                  </a:solidFill>
                  <a:latin typeface="Calibri"/>
                </a:rPr>
                <a:t> 1 launch – 1</a:t>
              </a:r>
              <a:r>
                <a:rPr lang="en-US" sz="850" b="1" baseline="30000" dirty="0">
                  <a:solidFill>
                    <a:srgbClr val="1A1F36"/>
                  </a:solidFill>
                  <a:latin typeface="Calibri"/>
                </a:rPr>
                <a:t>st</a:t>
              </a:r>
              <a:r>
                <a:rPr lang="en-US" sz="850" b="1" dirty="0">
                  <a:solidFill>
                    <a:srgbClr val="1A1F36"/>
                  </a:solidFill>
                  <a:latin typeface="Calibri"/>
                </a:rPr>
                <a:t> FDC 5 serial – Q1 27</a:t>
              </a:r>
              <a:endParaRPr sz="850" b="1" i="0" dirty="0">
                <a:solidFill>
                  <a:srgbClr val="1A1F36"/>
                </a:solidFill>
                <a:latin typeface="Calibri"/>
              </a:endParaRPr>
            </a:p>
          </p:txBody>
        </p:sp>
      </p:grpSp>
      <p:grpSp>
        <p:nvGrpSpPr>
          <p:cNvPr id="76" name="Group 75">
            <a:extLst>
              <a:ext uri="{FF2B5EF4-FFF2-40B4-BE49-F238E27FC236}">
                <a16:creationId xmlns:a16="http://schemas.microsoft.com/office/drawing/2014/main" id="{7EA6F38B-8796-FE4D-4386-ABF45760B7DF}"/>
              </a:ext>
            </a:extLst>
          </p:cNvPr>
          <p:cNvGrpSpPr/>
          <p:nvPr/>
        </p:nvGrpSpPr>
        <p:grpSpPr>
          <a:xfrm>
            <a:off x="4366058" y="5918100"/>
            <a:ext cx="1290966" cy="292356"/>
            <a:chOff x="2066544" y="1566481"/>
            <a:chExt cx="1533601" cy="329184"/>
          </a:xfrm>
        </p:grpSpPr>
        <p:sp>
          <p:nvSpPr>
            <p:cNvPr id="77" name="Rounded Rectangle 45">
              <a:extLst>
                <a:ext uri="{FF2B5EF4-FFF2-40B4-BE49-F238E27FC236}">
                  <a16:creationId xmlns:a16="http://schemas.microsoft.com/office/drawing/2014/main" id="{EE6D55C4-FCE5-50DE-2E95-7DEA3620ABF9}"/>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06E56C62-9DBA-94EE-A4DA-3A030D75C484}"/>
                </a:ext>
              </a:extLst>
            </p:cNvPr>
            <p:cNvSpPr txBox="1"/>
            <p:nvPr/>
          </p:nvSpPr>
          <p:spPr>
            <a:xfrm>
              <a:off x="2103120" y="1604111"/>
              <a:ext cx="1460450" cy="253932"/>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Hameem dev concept endorsed– Q1 27</a:t>
              </a:r>
              <a:endParaRPr sz="850" b="1" i="0" dirty="0">
                <a:solidFill>
                  <a:srgbClr val="1A1F36"/>
                </a:solidFill>
                <a:latin typeface="Calibri"/>
              </a:endParaRPr>
            </a:p>
          </p:txBody>
        </p:sp>
      </p:grpSp>
      <p:grpSp>
        <p:nvGrpSpPr>
          <p:cNvPr id="79" name="Group 78">
            <a:extLst>
              <a:ext uri="{FF2B5EF4-FFF2-40B4-BE49-F238E27FC236}">
                <a16:creationId xmlns:a16="http://schemas.microsoft.com/office/drawing/2014/main" id="{89406604-47BE-88C7-407B-901027660978}"/>
              </a:ext>
            </a:extLst>
          </p:cNvPr>
          <p:cNvGrpSpPr/>
          <p:nvPr/>
        </p:nvGrpSpPr>
        <p:grpSpPr>
          <a:xfrm>
            <a:off x="4355776" y="6305941"/>
            <a:ext cx="7285457" cy="167738"/>
            <a:chOff x="2066544" y="1519603"/>
            <a:chExt cx="1533601" cy="422939"/>
          </a:xfrm>
        </p:grpSpPr>
        <p:sp>
          <p:nvSpPr>
            <p:cNvPr id="80" name="Rounded Rectangle 45">
              <a:extLst>
                <a:ext uri="{FF2B5EF4-FFF2-40B4-BE49-F238E27FC236}">
                  <a16:creationId xmlns:a16="http://schemas.microsoft.com/office/drawing/2014/main" id="{B1ED5ABE-9D6D-3400-78F4-EF44ADEACA45}"/>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49AB5ED6-2F20-21FB-752C-5C5A620ACA76}"/>
                </a:ext>
              </a:extLst>
            </p:cNvPr>
            <p:cNvSpPr txBox="1"/>
            <p:nvPr/>
          </p:nvSpPr>
          <p:spPr>
            <a:xfrm>
              <a:off x="2103120" y="1519603"/>
              <a:ext cx="1460449" cy="422939"/>
            </a:xfrm>
            <a:prstGeom prst="rect">
              <a:avLst/>
            </a:prstGeom>
            <a:noFill/>
          </p:spPr>
          <p:txBody>
            <a:bodyPr wrap="square" lIns="54864" tIns="18288" rIns="54864" bIns="18288" anchor="ctr">
              <a:spAutoFit/>
            </a:bodyPr>
            <a:lstStyle/>
            <a:p>
              <a:pPr algn="ctr"/>
              <a:r>
                <a:rPr lang="en-US" sz="850" b="1" i="1" dirty="0">
                  <a:solidFill>
                    <a:srgbClr val="1A1F36"/>
                  </a:solidFill>
                  <a:latin typeface="Calibri"/>
                </a:rPr>
                <a:t>STC / Innovation Command – J3 WDC governance – J7 LVC </a:t>
              </a:r>
              <a:r>
                <a:rPr lang="en-US" sz="850" b="1" i="1" dirty="0" err="1">
                  <a:solidFill>
                    <a:srgbClr val="1A1F36"/>
                  </a:solidFill>
                  <a:latin typeface="Calibri"/>
                </a:rPr>
                <a:t>achitecture</a:t>
              </a:r>
              <a:endParaRPr sz="850" b="1" i="1" dirty="0">
                <a:solidFill>
                  <a:srgbClr val="1A1F36"/>
                </a:solidFill>
                <a:latin typeface="Calibri"/>
              </a:endParaRPr>
            </a:p>
          </p:txBody>
        </p:sp>
      </p:grpSp>
      <p:grpSp>
        <p:nvGrpSpPr>
          <p:cNvPr id="82" name="Group 81">
            <a:extLst>
              <a:ext uri="{FF2B5EF4-FFF2-40B4-BE49-F238E27FC236}">
                <a16:creationId xmlns:a16="http://schemas.microsoft.com/office/drawing/2014/main" id="{AFA207C3-4F73-8499-A866-20FDF27D50BE}"/>
              </a:ext>
            </a:extLst>
          </p:cNvPr>
          <p:cNvGrpSpPr/>
          <p:nvPr/>
        </p:nvGrpSpPr>
        <p:grpSpPr>
          <a:xfrm>
            <a:off x="7638473" y="5619074"/>
            <a:ext cx="1290966" cy="298543"/>
            <a:chOff x="2066544" y="1550148"/>
            <a:chExt cx="1533601" cy="361857"/>
          </a:xfrm>
        </p:grpSpPr>
        <p:sp>
          <p:nvSpPr>
            <p:cNvPr id="83" name="Rounded Rectangle 45">
              <a:extLst>
                <a:ext uri="{FF2B5EF4-FFF2-40B4-BE49-F238E27FC236}">
                  <a16:creationId xmlns:a16="http://schemas.microsoft.com/office/drawing/2014/main" id="{0B7898D6-CAA6-9849-259D-ED5737231FE3}"/>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a:extLst>
                <a:ext uri="{FF2B5EF4-FFF2-40B4-BE49-F238E27FC236}">
                  <a16:creationId xmlns:a16="http://schemas.microsoft.com/office/drawing/2014/main" id="{0E9D7816-94C9-76C8-41B4-271956F843F7}"/>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err="1">
                  <a:solidFill>
                    <a:srgbClr val="1A1F36"/>
                  </a:solidFill>
                  <a:latin typeface="Calibri"/>
                </a:rPr>
                <a:t>Makhlab</a:t>
              </a:r>
              <a:r>
                <a:rPr lang="en-US" sz="850" b="1" dirty="0">
                  <a:solidFill>
                    <a:srgbClr val="1A1F36"/>
                  </a:solidFill>
                  <a:latin typeface="Calibri"/>
                </a:rPr>
                <a:t> 1 showcase + </a:t>
              </a:r>
              <a:r>
                <a:rPr lang="en-US" sz="850" b="1" dirty="0" err="1">
                  <a:solidFill>
                    <a:srgbClr val="1A1F36"/>
                  </a:solidFill>
                  <a:latin typeface="Calibri"/>
                </a:rPr>
                <a:t>UxS</a:t>
              </a:r>
              <a:r>
                <a:rPr lang="en-US" sz="850" b="1" dirty="0">
                  <a:solidFill>
                    <a:srgbClr val="1A1F36"/>
                  </a:solidFill>
                  <a:latin typeface="Calibri"/>
                </a:rPr>
                <a:t> exercise</a:t>
              </a:r>
              <a:endParaRPr sz="850" b="1" i="0" dirty="0">
                <a:solidFill>
                  <a:srgbClr val="1A1F36"/>
                </a:solidFill>
                <a:latin typeface="Calibri"/>
              </a:endParaRPr>
            </a:p>
          </p:txBody>
        </p:sp>
      </p:grpSp>
      <p:grpSp>
        <p:nvGrpSpPr>
          <p:cNvPr id="85" name="Group 84">
            <a:extLst>
              <a:ext uri="{FF2B5EF4-FFF2-40B4-BE49-F238E27FC236}">
                <a16:creationId xmlns:a16="http://schemas.microsoft.com/office/drawing/2014/main" id="{73BAE0D6-AABA-182C-B851-D72FD6678B7B}"/>
              </a:ext>
            </a:extLst>
          </p:cNvPr>
          <p:cNvGrpSpPr/>
          <p:nvPr/>
        </p:nvGrpSpPr>
        <p:grpSpPr>
          <a:xfrm>
            <a:off x="7638473" y="5953678"/>
            <a:ext cx="1290966" cy="298543"/>
            <a:chOff x="2066544" y="1550148"/>
            <a:chExt cx="1533601" cy="361857"/>
          </a:xfrm>
        </p:grpSpPr>
        <p:sp>
          <p:nvSpPr>
            <p:cNvPr id="86" name="Rounded Rectangle 45">
              <a:extLst>
                <a:ext uri="{FF2B5EF4-FFF2-40B4-BE49-F238E27FC236}">
                  <a16:creationId xmlns:a16="http://schemas.microsoft.com/office/drawing/2014/main" id="{D9E5A8C6-5543-9A42-CF80-B61513DB4853}"/>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a:extLst>
                <a:ext uri="{FF2B5EF4-FFF2-40B4-BE49-F238E27FC236}">
                  <a16:creationId xmlns:a16="http://schemas.microsoft.com/office/drawing/2014/main" id="{B2D1D618-1FE2-A506-DC3F-87B5D3214812}"/>
                </a:ext>
              </a:extLst>
            </p:cNvPr>
            <p:cNvSpPr txBox="1"/>
            <p:nvPr/>
          </p:nvSpPr>
          <p:spPr>
            <a:xfrm>
              <a:off x="2103120" y="1550148"/>
              <a:ext cx="1460450" cy="361857"/>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Hameem Mission Rehearsal IOC – Q4 28</a:t>
              </a:r>
              <a:endParaRPr sz="850" b="1" i="0" dirty="0">
                <a:solidFill>
                  <a:srgbClr val="1A1F36"/>
                </a:solidFill>
                <a:latin typeface="Calibri"/>
              </a:endParaRPr>
            </a:p>
          </p:txBody>
        </p:sp>
      </p:grpSp>
      <p:grpSp>
        <p:nvGrpSpPr>
          <p:cNvPr id="88" name="Group 87">
            <a:extLst>
              <a:ext uri="{FF2B5EF4-FFF2-40B4-BE49-F238E27FC236}">
                <a16:creationId xmlns:a16="http://schemas.microsoft.com/office/drawing/2014/main" id="{3F44F574-B1E4-939F-8B92-AF1021B94514}"/>
              </a:ext>
            </a:extLst>
          </p:cNvPr>
          <p:cNvGrpSpPr/>
          <p:nvPr/>
        </p:nvGrpSpPr>
        <p:grpSpPr>
          <a:xfrm>
            <a:off x="10113707" y="5649584"/>
            <a:ext cx="1290966" cy="271587"/>
            <a:chOff x="2066544" y="1566481"/>
            <a:chExt cx="1533601" cy="329184"/>
          </a:xfrm>
        </p:grpSpPr>
        <p:sp>
          <p:nvSpPr>
            <p:cNvPr id="89" name="Rounded Rectangle 45">
              <a:extLst>
                <a:ext uri="{FF2B5EF4-FFF2-40B4-BE49-F238E27FC236}">
                  <a16:creationId xmlns:a16="http://schemas.microsoft.com/office/drawing/2014/main" id="{BBFC6007-E2A1-E40F-E2A3-66B9365999F7}"/>
                </a:ext>
              </a:extLst>
            </p:cNvPr>
            <p:cNvSpPr/>
            <p:nvPr/>
          </p:nvSpPr>
          <p:spPr>
            <a:xfrm>
              <a:off x="2066544" y="1566481"/>
              <a:ext cx="1533601" cy="329184"/>
            </a:xfrm>
            <a:prstGeom prst="roundRect">
              <a:avLst>
                <a:gd name="adj" fmla="val 18000"/>
              </a:avLst>
            </a:prstGeom>
            <a:solidFill>
              <a:srgbClr val="FFFFFF"/>
            </a:solidFill>
            <a:ln w="12700">
              <a:solidFill>
                <a:srgbClr val="216E7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a:extLst>
                <a:ext uri="{FF2B5EF4-FFF2-40B4-BE49-F238E27FC236}">
                  <a16:creationId xmlns:a16="http://schemas.microsoft.com/office/drawing/2014/main" id="{BB913F07-1DCA-6826-9D94-6CD7291F1765}"/>
                </a:ext>
              </a:extLst>
            </p:cNvPr>
            <p:cNvSpPr txBox="1"/>
            <p:nvPr/>
          </p:nvSpPr>
          <p:spPr>
            <a:xfrm>
              <a:off x="2103120" y="1629420"/>
              <a:ext cx="1460450" cy="203311"/>
            </a:xfrm>
            <a:prstGeom prst="rect">
              <a:avLst/>
            </a:prstGeom>
            <a:noFill/>
          </p:spPr>
          <p:txBody>
            <a:bodyPr wrap="square" lIns="54864" tIns="18288" rIns="54864" bIns="18288" anchor="ctr">
              <a:spAutoFit/>
            </a:bodyPr>
            <a:lstStyle/>
            <a:p>
              <a:pPr algn="ctr"/>
              <a:r>
                <a:rPr lang="en-US" sz="850" b="1" dirty="0">
                  <a:solidFill>
                    <a:srgbClr val="1A1F36"/>
                  </a:solidFill>
                  <a:latin typeface="Calibri"/>
                </a:rPr>
                <a:t>Hameem FOC – Q4 30</a:t>
              </a:r>
              <a:endParaRPr sz="850" b="1" i="0" dirty="0">
                <a:solidFill>
                  <a:srgbClr val="1A1F36"/>
                </a:solidFill>
                <a:latin typeface="Calibri"/>
              </a:endParaRPr>
            </a:p>
          </p:txBody>
        </p:sp>
      </p:grpSp>
    </p:spTree>
    <p:extLst>
      <p:ext uri="{BB962C8B-B14F-4D97-AF65-F5344CB8AC3E}">
        <p14:creationId xmlns:p14="http://schemas.microsoft.com/office/powerpoint/2010/main" val="287678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B7D6B3-4ABE-BDC8-E2DE-068A635A8E6F}"/>
              </a:ext>
            </a:extLst>
          </p:cNvPr>
          <p:cNvPicPr>
            <a:picLocks noChangeAspect="1"/>
          </p:cNvPicPr>
          <p:nvPr/>
        </p:nvPicPr>
        <p:blipFill>
          <a:blip r:embed="rId2"/>
          <a:stretch>
            <a:fillRect/>
          </a:stretch>
        </p:blipFill>
        <p:spPr>
          <a:xfrm>
            <a:off x="234856" y="228600"/>
            <a:ext cx="11722288" cy="6400800"/>
          </a:xfrm>
          <a:prstGeom prst="rect">
            <a:avLst/>
          </a:prstGeom>
        </p:spPr>
      </p:pic>
    </p:spTree>
    <p:extLst>
      <p:ext uri="{BB962C8B-B14F-4D97-AF65-F5344CB8AC3E}">
        <p14:creationId xmlns:p14="http://schemas.microsoft.com/office/powerpoint/2010/main" val="758839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6DAC42-74D9-B0B2-7D02-CC2297706E71}"/>
              </a:ext>
            </a:extLst>
          </p:cNvPr>
          <p:cNvPicPr>
            <a:picLocks noChangeAspect="1"/>
          </p:cNvPicPr>
          <p:nvPr/>
        </p:nvPicPr>
        <p:blipFill>
          <a:blip r:embed="rId2"/>
          <a:stretch>
            <a:fillRect/>
          </a:stretch>
        </p:blipFill>
        <p:spPr>
          <a:xfrm>
            <a:off x="1392865" y="179768"/>
            <a:ext cx="9601200" cy="6498464"/>
          </a:xfrm>
          <a:prstGeom prst="rect">
            <a:avLst/>
          </a:prstGeom>
        </p:spPr>
      </p:pic>
    </p:spTree>
    <p:extLst>
      <p:ext uri="{BB962C8B-B14F-4D97-AF65-F5344CB8AC3E}">
        <p14:creationId xmlns:p14="http://schemas.microsoft.com/office/powerpoint/2010/main" val="1675323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A014AD31F6C344B4A6A11EC6D73E9D" ma:contentTypeVersion="3" ma:contentTypeDescription="Create a new document." ma:contentTypeScope="" ma:versionID="12a8d144b8076369029efec684b99d1e">
  <xsd:schema xmlns:xsd="http://www.w3.org/2001/XMLSchema" xmlns:xs="http://www.w3.org/2001/XMLSchema" xmlns:p="http://schemas.microsoft.com/office/2006/metadata/properties" xmlns:ns2="6c1e7169-2bc1-49e1-ad67-1d3f9ac39d22" targetNamespace="http://schemas.microsoft.com/office/2006/metadata/properties" ma:root="true" ma:fieldsID="135be073c919ec8c28e0617ee953f2ac" ns2:_="">
    <xsd:import namespace="6c1e7169-2bc1-49e1-ad67-1d3f9ac39d2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1e7169-2bc1-49e1-ad67-1d3f9ac39d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0133AA-3932-4F76-A1AD-311864720E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1e7169-2bc1-49e1-ad67-1d3f9ac39d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B7E7F6C-E8A9-4D13-87DC-B483256535F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EAB7C60-A750-4B06-AB11-D1313ED2B60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10820</TotalTime>
  <Words>1304</Words>
  <Application>Microsoft Office PowerPoint</Application>
  <PresentationFormat>Widescreen</PresentationFormat>
  <Paragraphs>101</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 Deninson</dc:creator>
  <cp:lastModifiedBy>Andrew Parsons</cp:lastModifiedBy>
  <cp:revision>158</cp:revision>
  <cp:lastPrinted>2026-04-23T05:10:02Z</cp:lastPrinted>
  <dcterms:created xsi:type="dcterms:W3CDTF">2025-10-09T07:31:18Z</dcterms:created>
  <dcterms:modified xsi:type="dcterms:W3CDTF">2026-05-04T09:36:11Z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0x0101006DA014AD31F6C344B4A6A11EC6D73E9D</vt:lpwstr>
  </property>
</Properties>
</file>